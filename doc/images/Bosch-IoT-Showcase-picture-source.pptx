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4"/>
    <p:sldMasterId id="2147483826" r:id="rId5"/>
    <p:sldMasterId id="2147483841" r:id="rId6"/>
  </p:sldMasterIdLst>
  <p:notesMasterIdLst>
    <p:notesMasterId r:id="rId22"/>
  </p:notesMasterIdLst>
  <p:sldIdLst>
    <p:sldId id="2242" r:id="rId7"/>
    <p:sldId id="2508" r:id="rId8"/>
    <p:sldId id="2509" r:id="rId9"/>
    <p:sldId id="2510" r:id="rId10"/>
    <p:sldId id="2511" r:id="rId11"/>
    <p:sldId id="2512" r:id="rId12"/>
    <p:sldId id="2513" r:id="rId13"/>
    <p:sldId id="2514" r:id="rId14"/>
    <p:sldId id="2515" r:id="rId15"/>
    <p:sldId id="2516" r:id="rId16"/>
    <p:sldId id="2517" r:id="rId17"/>
    <p:sldId id="2518" r:id="rId18"/>
    <p:sldId id="2520" r:id="rId19"/>
    <p:sldId id="2521" r:id="rId20"/>
    <p:sldId id="2519" r:id="rId2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1pPr>
    <a:lvl2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2pPr>
    <a:lvl3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3pPr>
    <a:lvl4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4pPr>
    <a:lvl5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9pPr>
  </p:defaultTextStyle>
  <p:extLst>
    <p:ext uri="{EFAFB233-063F-42B5-8137-9DF3F51BA10A}">
      <p15:sldGuideLst xmlns:p15="http://schemas.microsoft.com/office/powerpoint/2012/main">
        <p15:guide id="1" orient="horz" pos="6696" userDrawn="1">
          <p15:clr>
            <a:srgbClr val="A4A3A4"/>
          </p15:clr>
        </p15:guide>
        <p15:guide id="2" pos="7680" userDrawn="1">
          <p15:clr>
            <a:srgbClr val="A4A3A4"/>
          </p15:clr>
        </p15:guide>
        <p15:guide id="3" pos="292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is King" initials="DK" lastIdx="80" clrIdx="0"/>
  <p:cmAuthor id="2" name="Shawn McAllister" initials="SM" lastIdx="45" clrIdx="1">
    <p:extLst/>
  </p:cmAuthor>
  <p:cmAuthor id="3" name="Sumeet Puri" initials="SP" lastIdx="14" clrIdx="2">
    <p:extLst/>
  </p:cmAuthor>
  <p:cmAuthor id="4" name="Greg Barr" initials="GB" lastIdx="1" clrIdx="3">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4373B"/>
    <a:srgbClr val="F37022"/>
    <a:srgbClr val="DCDEE0"/>
    <a:srgbClr val="F1F2F3"/>
    <a:srgbClr val="333333"/>
    <a:srgbClr val="FFFFFF"/>
    <a:srgbClr val="00C895"/>
    <a:srgbClr val="474747"/>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
          <a:latin typeface="Helvetica Light"/>
          <a:ea typeface="Helvetica Light"/>
          <a:cs typeface="Helvetica Light"/>
        </a:font>
        <a:srgbClr val="000000"/>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rgbClr val="398CCE"/>
          </a:solidFill>
        </a:fill>
      </a:tcStyle>
    </a:firstCol>
    <a:lastRow>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solidFill>
                <a:srgbClr val="3797C6"/>
              </a:solidFill>
              <a:prstDash val="solid"/>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solidFill>
                <a:srgbClr val="3797C6"/>
              </a:solidFill>
              <a:prstDash val="solid"/>
              <a:miter lim="400000"/>
            </a:ln>
          </a:left>
          <a:right>
            <a:ln w="12700" cap="flat">
              <a:solidFill>
                <a:srgbClr val="3797C6"/>
              </a:solidFill>
              <a:prstDash val="solid"/>
              <a:miter lim="400000"/>
            </a:ln>
          </a:right>
          <a:top>
            <a:ln w="12700" cap="flat">
              <a:solidFill>
                <a:srgbClr val="3797C6"/>
              </a:solidFill>
              <a:prstDash val="solid"/>
              <a:miter lim="400000"/>
            </a:ln>
          </a:top>
          <a:bottom>
            <a:ln w="12700" cap="flat">
              <a:noFill/>
              <a:miter lim="400000"/>
            </a:ln>
          </a:bottom>
          <a:insideH>
            <a:ln w="12700" cap="flat">
              <a:solidFill>
                <a:srgbClr val="3797C6"/>
              </a:solidFill>
              <a:prstDash val="solid"/>
              <a:miter lim="400000"/>
            </a:ln>
          </a:insideH>
          <a:insideV>
            <a:ln w="12700" cap="flat">
              <a:solidFill>
                <a:srgbClr val="3797C6"/>
              </a:solidFill>
              <a:prstDash val="solid"/>
              <a:miter lim="400000"/>
            </a:ln>
          </a:insideV>
        </a:tcBdr>
        <a:fill>
          <a:solidFill>
            <a:schemeClr val="accent1"/>
          </a:solidFill>
        </a:fill>
      </a:tcStyle>
    </a:firstRow>
  </a:tblStyle>
  <a:tblStyle styleId="{D51ADE6A-740E-44AE-83CC-AE7238B6C88D}" styleName="">
    <a:tblBg/>
    <a:wholeTbl>
      <a:tcTxStyle b="off" i="off">
        <a:font>
          <a:latin typeface="Gill Sans"/>
          <a:ea typeface="Gill Sans"/>
          <a:cs typeface="Gill Sans"/>
        </a:font>
        <a:srgbClr val="000000"/>
      </a:tcTxStyle>
      <a:tcStyle>
        <a:tcBdr>
          <a:left>
            <a:ln w="38100" cap="flat">
              <a:solidFill>
                <a:srgbClr val="000000"/>
              </a:solidFill>
              <a:prstDash val="solid"/>
              <a:miter lim="400000"/>
            </a:ln>
          </a:left>
          <a:right>
            <a:ln w="381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381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Gill Sans"/>
          <a:ea typeface="Gill Sans"/>
          <a:cs typeface="Gill Sans"/>
        </a:font>
        <a:srgbClr val="FFFFFF"/>
      </a:tcTxStyle>
      <a:tcStyle>
        <a:tcBdr>
          <a:left>
            <a:ln w="38100" cap="flat">
              <a:solidFill>
                <a:srgbClr val="000000"/>
              </a:solidFill>
              <a:prstDash val="solid"/>
              <a:miter lim="400000"/>
            </a:ln>
          </a:left>
          <a:right>
            <a:ln w="381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38100" cap="flat">
              <a:solidFill>
                <a:srgbClr val="000000"/>
              </a:solidFill>
              <a:prstDash val="solid"/>
              <a:miter lim="400000"/>
            </a:ln>
          </a:insideV>
        </a:tcBdr>
        <a:fill>
          <a:noFill/>
        </a:fill>
      </a:tcStyle>
    </a:firstCol>
    <a:lastRow>
      <a:tcTxStyle b="off" i="off">
        <a:font>
          <a:latin typeface="Gill Sans"/>
          <a:ea typeface="Gill Sans"/>
          <a:cs typeface="Gill Sans"/>
        </a:font>
        <a:srgbClr val="FFFFFF"/>
      </a:tcTxStyle>
      <a:tcStyle>
        <a:tcBdr>
          <a:left>
            <a:ln w="38100" cap="flat">
              <a:solidFill>
                <a:srgbClr val="000000"/>
              </a:solidFill>
              <a:prstDash val="solid"/>
              <a:miter lim="400000"/>
            </a:ln>
          </a:left>
          <a:right>
            <a:ln w="381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38100" cap="flat">
              <a:solidFill>
                <a:srgbClr val="000000"/>
              </a:solidFill>
              <a:prstDash val="solid"/>
              <a:miter lim="400000"/>
            </a:ln>
          </a:insideV>
        </a:tcBdr>
        <a:fill>
          <a:noFill/>
        </a:fill>
      </a:tcStyle>
    </a:lastRow>
    <a:firstRow>
      <a:tcTxStyle b="off" i="off">
        <a:font>
          <a:latin typeface="Gill Sans"/>
          <a:ea typeface="Gill Sans"/>
          <a:cs typeface="Gill Sans"/>
        </a:font>
        <a:srgbClr val="FFFFFF"/>
      </a:tcTxStyle>
      <a:tcStyle>
        <a:tcBdr>
          <a:left>
            <a:ln w="38100" cap="flat">
              <a:solidFill>
                <a:srgbClr val="000000"/>
              </a:solidFill>
              <a:prstDash val="solid"/>
              <a:miter lim="400000"/>
            </a:ln>
          </a:left>
          <a:right>
            <a:ln w="38100" cap="flat">
              <a:solidFill>
                <a:srgbClr val="000000"/>
              </a:solidFill>
              <a:prstDash val="solid"/>
              <a:miter lim="400000"/>
            </a:ln>
          </a:right>
          <a:top>
            <a:ln w="38100" cap="flat">
              <a:solidFill>
                <a:srgbClr val="000000"/>
              </a:solidFill>
              <a:prstDash val="solid"/>
              <a:miter lim="400000"/>
            </a:ln>
          </a:top>
          <a:bottom>
            <a:ln w="38100" cap="flat">
              <a:solidFill>
                <a:srgbClr val="000000"/>
              </a:solidFill>
              <a:prstDash val="solid"/>
              <a:miter lim="400000"/>
            </a:ln>
          </a:bottom>
          <a:insideH>
            <a:ln w="38100" cap="flat">
              <a:solidFill>
                <a:srgbClr val="000000"/>
              </a:solidFill>
              <a:prstDash val="solid"/>
              <a:miter lim="400000"/>
            </a:ln>
          </a:insideH>
          <a:insideV>
            <a:ln w="38100" cap="flat">
              <a:solidFill>
                <a:srgbClr val="000000"/>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71"/>
    <p:restoredTop sz="93061"/>
  </p:normalViewPr>
  <p:slideViewPr>
    <p:cSldViewPr snapToGrid="0">
      <p:cViewPr varScale="1">
        <p:scale>
          <a:sx n="60" d="100"/>
          <a:sy n="60" d="100"/>
        </p:scale>
        <p:origin x="568" y="176"/>
      </p:cViewPr>
      <p:guideLst>
        <p:guide orient="horz" pos="6696"/>
        <p:guide pos="7680"/>
        <p:guide pos="2928"/>
      </p:guideLst>
    </p:cSldViewPr>
  </p:slideViewPr>
  <p:notesTextViewPr>
    <p:cViewPr>
      <p:scale>
        <a:sx n="1" d="1"/>
        <a:sy n="1" d="1"/>
      </p:scale>
      <p:origin x="0" y="0"/>
    </p:cViewPr>
  </p:notesTextViewPr>
  <p:sorterViewPr>
    <p:cViewPr>
      <p:scale>
        <a:sx n="35" d="100"/>
        <a:sy n="35"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Gomez-Ulmke" userId="89fdba4a-7338-4e2d-9cc1-d2060f2d2fdd" providerId="ADAL" clId="{C2C85F4D-764E-3441-AAE3-3112CD44F56D}"/>
    <pc:docChg chg="custSel addSld delSld modSld sldOrd modSection">
      <pc:chgData name="Ricardo Gomez-Ulmke" userId="89fdba4a-7338-4e2d-9cc1-d2060f2d2fdd" providerId="ADAL" clId="{C2C85F4D-764E-3441-AAE3-3112CD44F56D}" dt="2019-02-25T18:01:44.216" v="140" actId="2696"/>
      <pc:docMkLst>
        <pc:docMk/>
      </pc:docMkLst>
    </pc:docChg>
  </pc:docChgLst>
  <pc:docChgLst>
    <pc:chgData name="Ricardo Gomez-Ulmke" userId="89fdba4a-7338-4e2d-9cc1-d2060f2d2fdd" providerId="ADAL" clId="{750754C5-29D0-994C-BF4B-9ADCFDDEDFF3}"/>
    <pc:docChg chg="custSel addSld delSld modSld delSection">
      <pc:chgData name="Ricardo Gomez-Ulmke" userId="89fdba4a-7338-4e2d-9cc1-d2060f2d2fdd" providerId="ADAL" clId="{750754C5-29D0-994C-BF4B-9ADCFDDEDFF3}" dt="2019-03-04T11:07:22.397" v="418"/>
      <pc:docMkLst>
        <pc:docMk/>
      </pc:docMkLst>
      <pc:sldMasterChg chg="delSldLayout">
        <pc:chgData name="Ricardo Gomez-Ulmke" userId="89fdba4a-7338-4e2d-9cc1-d2060f2d2fdd" providerId="ADAL" clId="{750754C5-29D0-994C-BF4B-9ADCFDDEDFF3}" dt="2019-03-04T11:07:10.662" v="415" actId="2696"/>
        <pc:sldMasterMkLst>
          <pc:docMk/>
          <pc:sldMasterMk cId="2819991726" sldId="2147483762"/>
        </pc:sldMasterMkLst>
      </pc:sldMasterChg>
    </pc:docChg>
  </pc:docChgLst>
  <pc:docChgLst>
    <pc:chgData name="Ricardo Gomez-Ulmke" userId="89fdba4a-7338-4e2d-9cc1-d2060f2d2fdd" providerId="ADAL" clId="{9A3E8BEC-1850-0242-B018-FF5D1012FE0F}"/>
    <pc:docChg chg="addSld delSld modSld delMainMaster">
      <pc:chgData name="Ricardo Gomez-Ulmke" userId="89fdba4a-7338-4e2d-9cc1-d2060f2d2fdd" providerId="ADAL" clId="{9A3E8BEC-1850-0242-B018-FF5D1012FE0F}" dt="2019-03-08T08:27:09.322" v="192"/>
      <pc:docMkLst>
        <pc:docMk/>
      </pc:docMkLst>
      <pc:sldChg chg="add">
        <pc:chgData name="Ricardo Gomez-Ulmke" userId="89fdba4a-7338-4e2d-9cc1-d2060f2d2fdd" providerId="ADAL" clId="{9A3E8BEC-1850-0242-B018-FF5D1012FE0F}" dt="2019-03-04T11:16:46.889" v="79"/>
        <pc:sldMkLst>
          <pc:docMk/>
          <pc:sldMk cId="1914094392" sldId="2508"/>
        </pc:sldMkLst>
      </pc:sldChg>
      <pc:sldChg chg="add">
        <pc:chgData name="Ricardo Gomez-Ulmke" userId="89fdba4a-7338-4e2d-9cc1-d2060f2d2fdd" providerId="ADAL" clId="{9A3E8BEC-1850-0242-B018-FF5D1012FE0F}" dt="2019-03-05T16:19:53.387" v="181"/>
        <pc:sldMkLst>
          <pc:docMk/>
          <pc:sldMk cId="4278366629" sldId="2509"/>
        </pc:sldMkLst>
      </pc:sldChg>
      <pc:sldChg chg="add del">
        <pc:chgData name="Ricardo Gomez-Ulmke" userId="89fdba4a-7338-4e2d-9cc1-d2060f2d2fdd" providerId="ADAL" clId="{9A3E8BEC-1850-0242-B018-FF5D1012FE0F}" dt="2019-03-08T08:10:51.800" v="186" actId="2696"/>
        <pc:sldMkLst>
          <pc:docMk/>
          <pc:sldMk cId="1002998579" sldId="2519"/>
        </pc:sldMkLst>
      </pc:sldChg>
      <pc:sldChg chg="add del">
        <pc:chgData name="Ricardo Gomez-Ulmke" userId="89fdba4a-7338-4e2d-9cc1-d2060f2d2fdd" providerId="ADAL" clId="{9A3E8BEC-1850-0242-B018-FF5D1012FE0F}" dt="2019-03-08T08:11:13.475" v="190"/>
        <pc:sldMkLst>
          <pc:docMk/>
          <pc:sldMk cId="2833293415" sldId="2519"/>
        </pc:sldMkLst>
      </pc:sldChg>
      <pc:sldChg chg="add">
        <pc:chgData name="Ricardo Gomez-Ulmke" userId="89fdba4a-7338-4e2d-9cc1-d2060f2d2fdd" providerId="ADAL" clId="{9A3E8BEC-1850-0242-B018-FF5D1012FE0F}" dt="2019-03-08T08:11:13.568" v="191"/>
        <pc:sldMkLst>
          <pc:docMk/>
          <pc:sldMk cId="3871027575" sldId="2519"/>
        </pc:sldMkLst>
      </pc:sldChg>
      <pc:sldChg chg="add del">
        <pc:chgData name="Ricardo Gomez-Ulmke" userId="89fdba4a-7338-4e2d-9cc1-d2060f2d2fdd" providerId="ADAL" clId="{9A3E8BEC-1850-0242-B018-FF5D1012FE0F}" dt="2019-03-08T08:06:58.797" v="183"/>
        <pc:sldMkLst>
          <pc:docMk/>
          <pc:sldMk cId="4205523433" sldId="2519"/>
        </pc:sldMkLst>
      </pc:sldChg>
      <pc:sldChg chg="add">
        <pc:chgData name="Ricardo Gomez-Ulmke" userId="89fdba4a-7338-4e2d-9cc1-d2060f2d2fdd" providerId="ADAL" clId="{9A3E8BEC-1850-0242-B018-FF5D1012FE0F}" dt="2019-03-08T08:27:09.322" v="192"/>
        <pc:sldMkLst>
          <pc:docMk/>
          <pc:sldMk cId="1436991042" sldId="2521"/>
        </pc:sldMkLst>
      </pc:sldChg>
      <pc:sldChg chg="add del">
        <pc:chgData name="Ricardo Gomez-Ulmke" userId="89fdba4a-7338-4e2d-9cc1-d2060f2d2fdd" providerId="ADAL" clId="{9A3E8BEC-1850-0242-B018-FF5D1012FE0F}" dt="2019-03-08T08:06:58.797" v="183"/>
        <pc:sldMkLst>
          <pc:docMk/>
          <pc:sldMk cId="433399354" sldId="2522"/>
        </pc:sldMkLst>
      </pc:sldChg>
      <pc:sldChg chg="add del">
        <pc:chgData name="Ricardo Gomez-Ulmke" userId="89fdba4a-7338-4e2d-9cc1-d2060f2d2fdd" providerId="ADAL" clId="{9A3E8BEC-1850-0242-B018-FF5D1012FE0F}" dt="2019-03-08T08:10:51.830" v="187" actId="2696"/>
        <pc:sldMkLst>
          <pc:docMk/>
          <pc:sldMk cId="3640351719" sldId="2522"/>
        </pc:sldMkLst>
      </pc:sldChg>
      <pc:sldChg chg="add">
        <pc:chgData name="Ricardo Gomez-Ulmke" userId="89fdba4a-7338-4e2d-9cc1-d2060f2d2fdd" providerId="ADAL" clId="{9A3E8BEC-1850-0242-B018-FF5D1012FE0F}" dt="2019-03-08T08:11:13.568" v="191"/>
        <pc:sldMkLst>
          <pc:docMk/>
          <pc:sldMk cId="1336644899" sldId="2523"/>
        </pc:sldMkLst>
      </pc:sldChg>
      <pc:sldChg chg="add del">
        <pc:chgData name="Ricardo Gomez-Ulmke" userId="89fdba4a-7338-4e2d-9cc1-d2060f2d2fdd" providerId="ADAL" clId="{9A3E8BEC-1850-0242-B018-FF5D1012FE0F}" dt="2019-03-08T08:10:51.750" v="185" actId="2696"/>
        <pc:sldMkLst>
          <pc:docMk/>
          <pc:sldMk cId="2039047573" sldId="2523"/>
        </pc:sldMkLst>
      </pc:sldChg>
      <pc:sldChg chg="add del">
        <pc:chgData name="Ricardo Gomez-Ulmke" userId="89fdba4a-7338-4e2d-9cc1-d2060f2d2fdd" providerId="ADAL" clId="{9A3E8BEC-1850-0242-B018-FF5D1012FE0F}" dt="2019-03-08T08:06:58.797" v="183"/>
        <pc:sldMkLst>
          <pc:docMk/>
          <pc:sldMk cId="2371168477" sldId="2523"/>
        </pc:sldMkLst>
      </pc:sldChg>
      <pc:sldChg chg="add del">
        <pc:chgData name="Ricardo Gomez-Ulmke" userId="89fdba4a-7338-4e2d-9cc1-d2060f2d2fdd" providerId="ADAL" clId="{9A3E8BEC-1850-0242-B018-FF5D1012FE0F}" dt="2019-03-08T08:11:13.475" v="190"/>
        <pc:sldMkLst>
          <pc:docMk/>
          <pc:sldMk cId="3610045632" sldId="2523"/>
        </pc:sldMkLst>
      </pc:sldChg>
      <pc:sldChg chg="add del">
        <pc:chgData name="Ricardo Gomez-Ulmke" userId="89fdba4a-7338-4e2d-9cc1-d2060f2d2fdd" providerId="ADAL" clId="{9A3E8BEC-1850-0242-B018-FF5D1012FE0F}" dt="2019-03-08T08:11:13.475" v="190"/>
        <pc:sldMkLst>
          <pc:docMk/>
          <pc:sldMk cId="527557987" sldId="2524"/>
        </pc:sldMkLst>
      </pc:sldChg>
      <pc:sldChg chg="add">
        <pc:chgData name="Ricardo Gomez-Ulmke" userId="89fdba4a-7338-4e2d-9cc1-d2060f2d2fdd" providerId="ADAL" clId="{9A3E8BEC-1850-0242-B018-FF5D1012FE0F}" dt="2019-03-08T08:11:13.568" v="191"/>
        <pc:sldMkLst>
          <pc:docMk/>
          <pc:sldMk cId="3326106088" sldId="2524"/>
        </pc:sldMkLst>
      </pc:sldChg>
      <pc:sldMasterChg chg="delSldLayout">
        <pc:chgData name="Ricardo Gomez-Ulmke" userId="89fdba4a-7338-4e2d-9cc1-d2060f2d2fdd" providerId="ADAL" clId="{9A3E8BEC-1850-0242-B018-FF5D1012FE0F}" dt="2019-03-08T08:10:51.834" v="188" actId="2696"/>
        <pc:sldMasterMkLst>
          <pc:docMk/>
          <pc:sldMasterMk cId="2819991726" sldId="2147483762"/>
        </pc:sldMasterMkLst>
        <pc:sldLayoutChg chg="del">
          <pc:chgData name="Ricardo Gomez-Ulmke" userId="89fdba4a-7338-4e2d-9cc1-d2060f2d2fdd" providerId="ADAL" clId="{9A3E8BEC-1850-0242-B018-FF5D1012FE0F}" dt="2019-03-08T08:10:51.834" v="188" actId="2696"/>
          <pc:sldLayoutMkLst>
            <pc:docMk/>
            <pc:sldMasterMk cId="2819991726" sldId="2147483762"/>
            <pc:sldLayoutMk cId="2463178073" sldId="2147483822"/>
          </pc:sldLayoutMkLst>
        </pc:sldLayoutChg>
      </pc:sldMasterChg>
    </pc:docChg>
  </pc:docChgLst>
  <pc:docChgLst>
    <pc:chgData name="Ricardo Gomez-Ulmke" userId="89fdba4a-7338-4e2d-9cc1-d2060f2d2fdd" providerId="ADAL" clId="{72FF0ADF-8399-A746-9CE4-C2B2111A92A4}"/>
    <pc:docChg chg="modSld">
      <pc:chgData name="Ricardo Gomez-Ulmke" userId="89fdba4a-7338-4e2d-9cc1-d2060f2d2fdd" providerId="ADAL" clId="{72FF0ADF-8399-A746-9CE4-C2B2111A92A4}" dt="2019-02-25T17:51:53.143" v="0" actId="113"/>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9" name="Shape 309"/>
          <p:cNvSpPr>
            <a:spLocks noGrp="1" noRot="1" noChangeAspect="1"/>
          </p:cNvSpPr>
          <p:nvPr>
            <p:ph type="sldImg"/>
          </p:nvPr>
        </p:nvSpPr>
        <p:spPr>
          <a:xfrm>
            <a:off x="1143000" y="685800"/>
            <a:ext cx="4572000" cy="3429000"/>
          </a:xfrm>
          <a:prstGeom prst="rect">
            <a:avLst/>
          </a:prstGeom>
        </p:spPr>
        <p:txBody>
          <a:bodyPr/>
          <a:lstStyle/>
          <a:p>
            <a:endParaRPr/>
          </a:p>
        </p:txBody>
      </p:sp>
      <p:sp>
        <p:nvSpPr>
          <p:cNvPr id="310" name="Shape 31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765741896"/>
      </p:ext>
    </p:extLst>
  </p:cSld>
  <p:clrMap bg1="lt1" tx1="dk1" bg2="lt2" tx2="dk2" accent1="accent1" accent2="accent2" accent3="accent3" accent4="accent4" accent5="accent5" accent6="accent6" hlink="hlink" folHlink="folHlink"/>
  <p:notesStyle>
    <a:lvl1pPr defTabSz="457200" latinLnBrk="0">
      <a:defRPr sz="2200">
        <a:latin typeface="Lucida Grande"/>
        <a:ea typeface="Lucida Grande"/>
        <a:cs typeface="Lucida Grande"/>
        <a:sym typeface="Lucida Grande"/>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Page">
    <p:bg>
      <p:bgPr>
        <a:solidFill>
          <a:srgbClr val="00C895"/>
        </a:soli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BAAB427-F9E2-4129-AC6E-EC99D1F0232B}"/>
              </a:ext>
            </a:extLst>
          </p:cNvPr>
          <p:cNvSpPr/>
          <p:nvPr userDrawn="1"/>
        </p:nvSpPr>
        <p:spPr>
          <a:xfrm>
            <a:off x="18717185"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7" name="object 4">
            <a:extLst>
              <a:ext uri="{FF2B5EF4-FFF2-40B4-BE49-F238E27FC236}">
                <a16:creationId xmlns:a16="http://schemas.microsoft.com/office/drawing/2014/main" id="{975EC605-EDA3-4E46-92C5-04DA5E30266B}"/>
              </a:ext>
            </a:extLst>
          </p:cNvPr>
          <p:cNvSpPr/>
          <p:nvPr userDrawn="1"/>
        </p:nvSpPr>
        <p:spPr>
          <a:xfrm>
            <a:off x="18717185"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9" name="object 5">
            <a:extLst>
              <a:ext uri="{FF2B5EF4-FFF2-40B4-BE49-F238E27FC236}">
                <a16:creationId xmlns:a16="http://schemas.microsoft.com/office/drawing/2014/main" id="{5A2D9B08-FD35-4CEB-A6F2-CD75BCC5E2E1}"/>
              </a:ext>
            </a:extLst>
          </p:cNvPr>
          <p:cNvSpPr/>
          <p:nvPr userDrawn="1"/>
        </p:nvSpPr>
        <p:spPr>
          <a:xfrm>
            <a:off x="18717183"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10" name="object 6">
            <a:extLst>
              <a:ext uri="{FF2B5EF4-FFF2-40B4-BE49-F238E27FC236}">
                <a16:creationId xmlns:a16="http://schemas.microsoft.com/office/drawing/2014/main" id="{C5628A51-4D72-4F98-9E6A-C48EBC2830C5}"/>
              </a:ext>
            </a:extLst>
          </p:cNvPr>
          <p:cNvSpPr/>
          <p:nvPr userDrawn="1"/>
        </p:nvSpPr>
        <p:spPr>
          <a:xfrm>
            <a:off x="18717185"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11" name="object 7">
            <a:extLst>
              <a:ext uri="{FF2B5EF4-FFF2-40B4-BE49-F238E27FC236}">
                <a16:creationId xmlns:a16="http://schemas.microsoft.com/office/drawing/2014/main" id="{35C0F50B-B41A-4642-ABC6-B4E26757F366}"/>
              </a:ext>
            </a:extLst>
          </p:cNvPr>
          <p:cNvSpPr/>
          <p:nvPr userDrawn="1"/>
        </p:nvSpPr>
        <p:spPr>
          <a:xfrm>
            <a:off x="18717185"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12" name="object 8">
            <a:extLst>
              <a:ext uri="{FF2B5EF4-FFF2-40B4-BE49-F238E27FC236}">
                <a16:creationId xmlns:a16="http://schemas.microsoft.com/office/drawing/2014/main" id="{CBE1AD97-DFAB-4543-97B8-178F702B4016}"/>
              </a:ext>
            </a:extLst>
          </p:cNvPr>
          <p:cNvSpPr/>
          <p:nvPr userDrawn="1"/>
        </p:nvSpPr>
        <p:spPr>
          <a:xfrm>
            <a:off x="18717185"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14" name="object 9">
            <a:extLst>
              <a:ext uri="{FF2B5EF4-FFF2-40B4-BE49-F238E27FC236}">
                <a16:creationId xmlns:a16="http://schemas.microsoft.com/office/drawing/2014/main" id="{EB00F915-CBF8-40C9-BA1E-9AFD631A6629}"/>
              </a:ext>
            </a:extLst>
          </p:cNvPr>
          <p:cNvSpPr/>
          <p:nvPr userDrawn="1"/>
        </p:nvSpPr>
        <p:spPr>
          <a:xfrm>
            <a:off x="18717185"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17" name="object 12">
            <a:extLst>
              <a:ext uri="{FF2B5EF4-FFF2-40B4-BE49-F238E27FC236}">
                <a16:creationId xmlns:a16="http://schemas.microsoft.com/office/drawing/2014/main" id="{CB2865E2-2914-4826-BE7C-6A0B248C9469}"/>
              </a:ext>
            </a:extLst>
          </p:cNvPr>
          <p:cNvSpPr/>
          <p:nvPr userDrawn="1"/>
        </p:nvSpPr>
        <p:spPr>
          <a:xfrm>
            <a:off x="2020301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19" name="object 14">
            <a:extLst>
              <a:ext uri="{FF2B5EF4-FFF2-40B4-BE49-F238E27FC236}">
                <a16:creationId xmlns:a16="http://schemas.microsoft.com/office/drawing/2014/main" id="{D2494E57-22BC-4712-AD68-3AE5748FDC19}"/>
              </a:ext>
            </a:extLst>
          </p:cNvPr>
          <p:cNvSpPr/>
          <p:nvPr userDrawn="1"/>
        </p:nvSpPr>
        <p:spPr>
          <a:xfrm>
            <a:off x="2020301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20" name="object 15">
            <a:extLst>
              <a:ext uri="{FF2B5EF4-FFF2-40B4-BE49-F238E27FC236}">
                <a16:creationId xmlns:a16="http://schemas.microsoft.com/office/drawing/2014/main" id="{73229038-4299-4FA0-8F08-721E94C82F1A}"/>
              </a:ext>
            </a:extLst>
          </p:cNvPr>
          <p:cNvSpPr/>
          <p:nvPr userDrawn="1"/>
        </p:nvSpPr>
        <p:spPr>
          <a:xfrm>
            <a:off x="2020300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21" name="object 16">
            <a:extLst>
              <a:ext uri="{FF2B5EF4-FFF2-40B4-BE49-F238E27FC236}">
                <a16:creationId xmlns:a16="http://schemas.microsoft.com/office/drawing/2014/main" id="{6CE66923-71F2-471C-8D41-6DB5671C3865}"/>
              </a:ext>
            </a:extLst>
          </p:cNvPr>
          <p:cNvSpPr/>
          <p:nvPr userDrawn="1"/>
        </p:nvSpPr>
        <p:spPr>
          <a:xfrm>
            <a:off x="2020301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22" name="object 17">
            <a:extLst>
              <a:ext uri="{FF2B5EF4-FFF2-40B4-BE49-F238E27FC236}">
                <a16:creationId xmlns:a16="http://schemas.microsoft.com/office/drawing/2014/main" id="{C4012702-244C-4208-8C7C-C9EF86DF65C9}"/>
              </a:ext>
            </a:extLst>
          </p:cNvPr>
          <p:cNvSpPr/>
          <p:nvPr userDrawn="1"/>
        </p:nvSpPr>
        <p:spPr>
          <a:xfrm>
            <a:off x="2020301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23" name="object 18">
            <a:extLst>
              <a:ext uri="{FF2B5EF4-FFF2-40B4-BE49-F238E27FC236}">
                <a16:creationId xmlns:a16="http://schemas.microsoft.com/office/drawing/2014/main" id="{2A4B0196-E84F-43C4-B192-EA779C970217}"/>
              </a:ext>
            </a:extLst>
          </p:cNvPr>
          <p:cNvSpPr/>
          <p:nvPr userDrawn="1"/>
        </p:nvSpPr>
        <p:spPr>
          <a:xfrm>
            <a:off x="2020301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24" name="object 19">
            <a:extLst>
              <a:ext uri="{FF2B5EF4-FFF2-40B4-BE49-F238E27FC236}">
                <a16:creationId xmlns:a16="http://schemas.microsoft.com/office/drawing/2014/main" id="{6A26D7D3-FA1A-4B40-BC5D-F1DCE2830102}"/>
              </a:ext>
            </a:extLst>
          </p:cNvPr>
          <p:cNvSpPr/>
          <p:nvPr userDrawn="1"/>
        </p:nvSpPr>
        <p:spPr>
          <a:xfrm>
            <a:off x="2020301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27" name="object 22">
            <a:extLst>
              <a:ext uri="{FF2B5EF4-FFF2-40B4-BE49-F238E27FC236}">
                <a16:creationId xmlns:a16="http://schemas.microsoft.com/office/drawing/2014/main" id="{8F75541E-8516-41CA-95E3-88F21CB0FDF1}"/>
              </a:ext>
            </a:extLst>
          </p:cNvPr>
          <p:cNvSpPr/>
          <p:nvPr userDrawn="1"/>
        </p:nvSpPr>
        <p:spPr>
          <a:xfrm>
            <a:off x="1721887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29" name="object 24">
            <a:extLst>
              <a:ext uri="{FF2B5EF4-FFF2-40B4-BE49-F238E27FC236}">
                <a16:creationId xmlns:a16="http://schemas.microsoft.com/office/drawing/2014/main" id="{9CABB628-DF7B-46EE-92DF-35F9FA3A0F24}"/>
              </a:ext>
            </a:extLst>
          </p:cNvPr>
          <p:cNvSpPr/>
          <p:nvPr userDrawn="1"/>
        </p:nvSpPr>
        <p:spPr>
          <a:xfrm>
            <a:off x="1721887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30" name="object 25">
            <a:extLst>
              <a:ext uri="{FF2B5EF4-FFF2-40B4-BE49-F238E27FC236}">
                <a16:creationId xmlns:a16="http://schemas.microsoft.com/office/drawing/2014/main" id="{D7C38847-2EBE-4F23-BC0B-0E416A7588B2}"/>
              </a:ext>
            </a:extLst>
          </p:cNvPr>
          <p:cNvSpPr/>
          <p:nvPr userDrawn="1"/>
        </p:nvSpPr>
        <p:spPr>
          <a:xfrm>
            <a:off x="1721886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31" name="object 26">
            <a:extLst>
              <a:ext uri="{FF2B5EF4-FFF2-40B4-BE49-F238E27FC236}">
                <a16:creationId xmlns:a16="http://schemas.microsoft.com/office/drawing/2014/main" id="{441C7DC6-1247-4A62-8E96-2048692D330F}"/>
              </a:ext>
            </a:extLst>
          </p:cNvPr>
          <p:cNvSpPr/>
          <p:nvPr userDrawn="1"/>
        </p:nvSpPr>
        <p:spPr>
          <a:xfrm>
            <a:off x="1721887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32" name="object 27">
            <a:extLst>
              <a:ext uri="{FF2B5EF4-FFF2-40B4-BE49-F238E27FC236}">
                <a16:creationId xmlns:a16="http://schemas.microsoft.com/office/drawing/2014/main" id="{B1D8FB7B-AFCB-40E1-A990-A454F929F150}"/>
              </a:ext>
            </a:extLst>
          </p:cNvPr>
          <p:cNvSpPr/>
          <p:nvPr userDrawn="1"/>
        </p:nvSpPr>
        <p:spPr>
          <a:xfrm>
            <a:off x="1721887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33" name="object 28">
            <a:extLst>
              <a:ext uri="{FF2B5EF4-FFF2-40B4-BE49-F238E27FC236}">
                <a16:creationId xmlns:a16="http://schemas.microsoft.com/office/drawing/2014/main" id="{8830B901-523E-41AD-9459-B5C4327752B4}"/>
              </a:ext>
            </a:extLst>
          </p:cNvPr>
          <p:cNvSpPr/>
          <p:nvPr userDrawn="1"/>
        </p:nvSpPr>
        <p:spPr>
          <a:xfrm>
            <a:off x="1721887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34" name="object 29">
            <a:extLst>
              <a:ext uri="{FF2B5EF4-FFF2-40B4-BE49-F238E27FC236}">
                <a16:creationId xmlns:a16="http://schemas.microsoft.com/office/drawing/2014/main" id="{0EA32621-7C1F-4258-87B0-280B0BBD8695}"/>
              </a:ext>
            </a:extLst>
          </p:cNvPr>
          <p:cNvSpPr/>
          <p:nvPr userDrawn="1"/>
        </p:nvSpPr>
        <p:spPr>
          <a:xfrm>
            <a:off x="1721887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3" name="Title 2">
            <a:extLst>
              <a:ext uri="{FF2B5EF4-FFF2-40B4-BE49-F238E27FC236}">
                <a16:creationId xmlns:a16="http://schemas.microsoft.com/office/drawing/2014/main" id="{64A5F90B-B81F-7A4E-A0B3-DB638DF3235F}"/>
              </a:ext>
            </a:extLst>
          </p:cNvPr>
          <p:cNvSpPr>
            <a:spLocks noGrp="1"/>
          </p:cNvSpPr>
          <p:nvPr userDrawn="1">
            <p:ph type="title" hasCustomPrompt="1"/>
          </p:nvPr>
        </p:nvSpPr>
        <p:spPr>
          <a:xfrm>
            <a:off x="3071925" y="1866900"/>
            <a:ext cx="13245776" cy="4982584"/>
          </a:xfrm>
        </p:spPr>
        <p:txBody>
          <a:bodyPr anchor="b"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Master title style</a:t>
            </a:r>
          </a:p>
        </p:txBody>
      </p:sp>
      <p:sp>
        <p:nvSpPr>
          <p:cNvPr id="13" name="Text Placeholder 12">
            <a:extLst>
              <a:ext uri="{FF2B5EF4-FFF2-40B4-BE49-F238E27FC236}">
                <a16:creationId xmlns:a16="http://schemas.microsoft.com/office/drawing/2014/main" id="{1C769EDD-5D4B-784F-B3D3-43D9867E2F33}"/>
              </a:ext>
            </a:extLst>
          </p:cNvPr>
          <p:cNvSpPr>
            <a:spLocks noGrp="1"/>
          </p:cNvSpPr>
          <p:nvPr userDrawn="1">
            <p:ph type="body" sz="quarter" idx="11"/>
          </p:nvPr>
        </p:nvSpPr>
        <p:spPr>
          <a:xfrm>
            <a:off x="4241769" y="10137547"/>
            <a:ext cx="11818688" cy="2010342"/>
          </a:xfrm>
        </p:spPr>
        <p:txBody>
          <a:bodyPr tIns="0" bIns="0"/>
          <a:lstStyle>
            <a:lvl1pPr marL="15875" indent="0" algn="r">
              <a:spcBef>
                <a:spcPts val="0"/>
              </a:spcBef>
              <a:spcAft>
                <a:spcPts val="500"/>
              </a:spcAft>
              <a:buNone/>
              <a:tabLst/>
              <a:defRPr sz="4800" b="1" i="0">
                <a:solidFill>
                  <a:schemeClr val="bg1"/>
                </a:solidFill>
                <a:latin typeface="Open Sans SemiBold" charset="0"/>
                <a:ea typeface="Open Sans SemiBold" charset="0"/>
                <a:cs typeface="Open Sans SemiBold" charset="0"/>
              </a:defRPr>
            </a:lvl1pPr>
            <a:lvl2pPr marL="15875" indent="0" algn="r">
              <a:spcBef>
                <a:spcPts val="0"/>
              </a:spcBef>
              <a:spcAft>
                <a:spcPts val="600"/>
              </a:spcAft>
              <a:buNone/>
              <a:tabLst/>
              <a:defRPr sz="4800" b="1" i="0">
                <a:solidFill>
                  <a:schemeClr val="bg1"/>
                </a:solidFill>
                <a:latin typeface="Open Sans SemiBold" charset="0"/>
                <a:ea typeface="Open Sans SemiBold" charset="0"/>
                <a:cs typeface="Open Sans SemiBold"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p:txBody>
      </p:sp>
      <p:sp>
        <p:nvSpPr>
          <p:cNvPr id="51" name="object 3">
            <a:extLst>
              <a:ext uri="{FF2B5EF4-FFF2-40B4-BE49-F238E27FC236}">
                <a16:creationId xmlns:a16="http://schemas.microsoft.com/office/drawing/2014/main" id="{539294E6-39CD-433D-A734-598BC9EDA507}"/>
              </a:ext>
            </a:extLst>
          </p:cNvPr>
          <p:cNvSpPr/>
          <p:nvPr userDrawn="1"/>
        </p:nvSpPr>
        <p:spPr>
          <a:xfrm>
            <a:off x="18717185"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2" name="object 4">
            <a:extLst>
              <a:ext uri="{FF2B5EF4-FFF2-40B4-BE49-F238E27FC236}">
                <a16:creationId xmlns:a16="http://schemas.microsoft.com/office/drawing/2014/main" id="{08813757-5ABC-422C-BDE8-D415A029A234}"/>
              </a:ext>
            </a:extLst>
          </p:cNvPr>
          <p:cNvSpPr/>
          <p:nvPr userDrawn="1"/>
        </p:nvSpPr>
        <p:spPr>
          <a:xfrm>
            <a:off x="18717185"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4" name="object 13">
            <a:extLst>
              <a:ext uri="{FF2B5EF4-FFF2-40B4-BE49-F238E27FC236}">
                <a16:creationId xmlns:a16="http://schemas.microsoft.com/office/drawing/2014/main" id="{B190223F-D3BE-46AD-B7C8-D8B2E0809B8C}"/>
              </a:ext>
            </a:extLst>
          </p:cNvPr>
          <p:cNvSpPr/>
          <p:nvPr userDrawn="1"/>
        </p:nvSpPr>
        <p:spPr>
          <a:xfrm>
            <a:off x="2020301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99F2EF54-D663-48FD-AD2C-2927FF399323}"/>
              </a:ext>
            </a:extLst>
          </p:cNvPr>
          <p:cNvSpPr/>
          <p:nvPr userDrawn="1"/>
        </p:nvSpPr>
        <p:spPr>
          <a:xfrm>
            <a:off x="2020301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7" name="object 23">
            <a:extLst>
              <a:ext uri="{FF2B5EF4-FFF2-40B4-BE49-F238E27FC236}">
                <a16:creationId xmlns:a16="http://schemas.microsoft.com/office/drawing/2014/main" id="{8041F301-C5F2-4E61-9BFB-6BE525D5F8E3}"/>
              </a:ext>
            </a:extLst>
          </p:cNvPr>
          <p:cNvSpPr/>
          <p:nvPr userDrawn="1"/>
        </p:nvSpPr>
        <p:spPr>
          <a:xfrm>
            <a:off x="1721887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8" name="object 24">
            <a:extLst>
              <a:ext uri="{FF2B5EF4-FFF2-40B4-BE49-F238E27FC236}">
                <a16:creationId xmlns:a16="http://schemas.microsoft.com/office/drawing/2014/main" id="{EA07C525-DF81-4BE4-A52B-9781520A43C1}"/>
              </a:ext>
            </a:extLst>
          </p:cNvPr>
          <p:cNvSpPr/>
          <p:nvPr userDrawn="1"/>
        </p:nvSpPr>
        <p:spPr>
          <a:xfrm>
            <a:off x="1721887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6" name="Slide Number">
            <a:extLst>
              <a:ext uri="{FF2B5EF4-FFF2-40B4-BE49-F238E27FC236}">
                <a16:creationId xmlns:a16="http://schemas.microsoft.com/office/drawing/2014/main" id="{4370A050-9140-48B8-9989-206E74D62483}"/>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59" name="Footer Placeholder 8">
            <a:extLst>
              <a:ext uri="{FF2B5EF4-FFF2-40B4-BE49-F238E27FC236}">
                <a16:creationId xmlns:a16="http://schemas.microsoft.com/office/drawing/2014/main" id="{468D4C83-4E32-406E-865F-84E36AC55A6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
        <p:nvSpPr>
          <p:cNvPr id="50" name="object 3">
            <a:extLst>
              <a:ext uri="{FF2B5EF4-FFF2-40B4-BE49-F238E27FC236}">
                <a16:creationId xmlns:a16="http://schemas.microsoft.com/office/drawing/2014/main" id="{02BA2B2F-28E1-46A9-83C6-5EC36752A19C}"/>
              </a:ext>
            </a:extLst>
          </p:cNvPr>
          <p:cNvSpPr/>
          <p:nvPr userDrawn="1"/>
        </p:nvSpPr>
        <p:spPr>
          <a:xfrm>
            <a:off x="18717185"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53" name="object 13">
            <a:extLst>
              <a:ext uri="{FF2B5EF4-FFF2-40B4-BE49-F238E27FC236}">
                <a16:creationId xmlns:a16="http://schemas.microsoft.com/office/drawing/2014/main" id="{AC947F85-D8E9-4759-B6FD-1648EB1BF720}"/>
              </a:ext>
            </a:extLst>
          </p:cNvPr>
          <p:cNvSpPr/>
          <p:nvPr userDrawn="1"/>
        </p:nvSpPr>
        <p:spPr>
          <a:xfrm>
            <a:off x="2020301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0" name="object 23">
            <a:extLst>
              <a:ext uri="{FF2B5EF4-FFF2-40B4-BE49-F238E27FC236}">
                <a16:creationId xmlns:a16="http://schemas.microsoft.com/office/drawing/2014/main" id="{89DE5BBB-276C-4C4A-8787-D11BD0018006}"/>
              </a:ext>
            </a:extLst>
          </p:cNvPr>
          <p:cNvSpPr/>
          <p:nvPr userDrawn="1"/>
        </p:nvSpPr>
        <p:spPr>
          <a:xfrm>
            <a:off x="1721887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1" name="object 33">
            <a:extLst>
              <a:ext uri="{FF2B5EF4-FFF2-40B4-BE49-F238E27FC236}">
                <a16:creationId xmlns:a16="http://schemas.microsoft.com/office/drawing/2014/main" id="{377E428F-5ACF-4D87-9EFF-EFC8411555CF}"/>
              </a:ext>
            </a:extLst>
          </p:cNvPr>
          <p:cNvSpPr/>
          <p:nvPr userDrawn="1"/>
        </p:nvSpPr>
        <p:spPr>
          <a:xfrm>
            <a:off x="5235401"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19608"/>
            </a:srgbClr>
          </a:solidFill>
        </p:spPr>
        <p:txBody>
          <a:bodyPr wrap="square" lIns="0" tIns="0" rIns="0" bIns="0" rtlCol="0"/>
          <a:lstStyle/>
          <a:p>
            <a:endParaRPr/>
          </a:p>
        </p:txBody>
      </p:sp>
      <p:sp>
        <p:nvSpPr>
          <p:cNvPr id="62" name="object 34">
            <a:extLst>
              <a:ext uri="{FF2B5EF4-FFF2-40B4-BE49-F238E27FC236}">
                <a16:creationId xmlns:a16="http://schemas.microsoft.com/office/drawing/2014/main" id="{E310FD00-2B8C-4A01-AC54-043B93634232}"/>
              </a:ext>
            </a:extLst>
          </p:cNvPr>
          <p:cNvSpPr/>
          <p:nvPr userDrawn="1"/>
        </p:nvSpPr>
        <p:spPr>
          <a:xfrm>
            <a:off x="6733714"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25000"/>
            </a:srgbClr>
          </a:solidFill>
        </p:spPr>
        <p:txBody>
          <a:bodyPr wrap="square" lIns="0" tIns="0" rIns="0" bIns="0" rtlCol="0"/>
          <a:lstStyle/>
          <a:p>
            <a:endParaRPr/>
          </a:p>
        </p:txBody>
      </p:sp>
      <p:sp>
        <p:nvSpPr>
          <p:cNvPr id="63" name="object 35">
            <a:extLst>
              <a:ext uri="{FF2B5EF4-FFF2-40B4-BE49-F238E27FC236}">
                <a16:creationId xmlns:a16="http://schemas.microsoft.com/office/drawing/2014/main" id="{22F89CDC-9BE5-44B1-A20F-32E81D58FF31}"/>
              </a:ext>
            </a:extLst>
          </p:cNvPr>
          <p:cNvSpPr/>
          <p:nvPr userDrawn="1"/>
        </p:nvSpPr>
        <p:spPr>
          <a:xfrm>
            <a:off x="8232026"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50"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6" y="464699"/>
                </a:lnTo>
                <a:lnTo>
                  <a:pt x="837670" y="418835"/>
                </a:lnTo>
                <a:lnTo>
                  <a:pt x="835166"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50" y="22532"/>
                </a:lnTo>
                <a:lnTo>
                  <a:pt x="510119" y="10014"/>
                </a:lnTo>
                <a:lnTo>
                  <a:pt x="464699" y="2503"/>
                </a:lnTo>
                <a:lnTo>
                  <a:pt x="418835" y="0"/>
                </a:lnTo>
                <a:close/>
              </a:path>
            </a:pathLst>
          </a:custGeom>
          <a:solidFill>
            <a:srgbClr val="FFFFFF">
              <a:alpha val="30000"/>
            </a:srgbClr>
          </a:solidFill>
        </p:spPr>
        <p:txBody>
          <a:bodyPr wrap="square" lIns="0" tIns="0" rIns="0" bIns="0" rtlCol="0"/>
          <a:lstStyle/>
          <a:p>
            <a:endParaRPr/>
          </a:p>
        </p:txBody>
      </p:sp>
      <p:sp>
        <p:nvSpPr>
          <p:cNvPr id="64" name="object 36">
            <a:extLst>
              <a:ext uri="{FF2B5EF4-FFF2-40B4-BE49-F238E27FC236}">
                <a16:creationId xmlns:a16="http://schemas.microsoft.com/office/drawing/2014/main" id="{79234A2A-C563-4AF6-9197-BD4182D78B26}"/>
              </a:ext>
            </a:extLst>
          </p:cNvPr>
          <p:cNvSpPr/>
          <p:nvPr userDrawn="1"/>
        </p:nvSpPr>
        <p:spPr>
          <a:xfrm>
            <a:off x="9730340"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35000"/>
            </a:srgbClr>
          </a:solidFill>
        </p:spPr>
        <p:txBody>
          <a:bodyPr wrap="square" lIns="0" tIns="0" rIns="0" bIns="0" rtlCol="0"/>
          <a:lstStyle/>
          <a:p>
            <a:endParaRPr/>
          </a:p>
        </p:txBody>
      </p:sp>
      <p:sp>
        <p:nvSpPr>
          <p:cNvPr id="65" name="object 37">
            <a:extLst>
              <a:ext uri="{FF2B5EF4-FFF2-40B4-BE49-F238E27FC236}">
                <a16:creationId xmlns:a16="http://schemas.microsoft.com/office/drawing/2014/main" id="{4F65628B-5667-401B-9D9F-68B283EE5CB9}"/>
              </a:ext>
            </a:extLst>
          </p:cNvPr>
          <p:cNvSpPr/>
          <p:nvPr userDrawn="1"/>
        </p:nvSpPr>
        <p:spPr>
          <a:xfrm>
            <a:off x="11228651"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5" y="510119"/>
                </a:lnTo>
                <a:lnTo>
                  <a:pt x="835166" y="464699"/>
                </a:lnTo>
                <a:lnTo>
                  <a:pt x="837670" y="418835"/>
                </a:lnTo>
                <a:lnTo>
                  <a:pt x="835166" y="372971"/>
                </a:lnTo>
                <a:lnTo>
                  <a:pt x="827655"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40000"/>
            </a:srgbClr>
          </a:solidFill>
        </p:spPr>
        <p:txBody>
          <a:bodyPr wrap="square" lIns="0" tIns="0" rIns="0" bIns="0" rtlCol="0"/>
          <a:lstStyle/>
          <a:p>
            <a:endParaRPr/>
          </a:p>
        </p:txBody>
      </p:sp>
      <p:sp>
        <p:nvSpPr>
          <p:cNvPr id="66" name="object 38">
            <a:extLst>
              <a:ext uri="{FF2B5EF4-FFF2-40B4-BE49-F238E27FC236}">
                <a16:creationId xmlns:a16="http://schemas.microsoft.com/office/drawing/2014/main" id="{488AFE9B-9D23-44C6-A46F-071B5207D864}"/>
              </a:ext>
            </a:extLst>
          </p:cNvPr>
          <p:cNvSpPr/>
          <p:nvPr userDrawn="1"/>
        </p:nvSpPr>
        <p:spPr>
          <a:xfrm>
            <a:off x="12726965" y="8247471"/>
            <a:ext cx="767298" cy="767298"/>
          </a:xfrm>
          <a:custGeom>
            <a:avLst/>
            <a:gdLst/>
            <a:ahLst/>
            <a:cxnLst/>
            <a:rect l="l" t="t" r="r" b="b"/>
            <a:pathLst>
              <a:path w="838200" h="838200">
                <a:moveTo>
                  <a:pt x="418835" y="0"/>
                </a:moveTo>
                <a:lnTo>
                  <a:pt x="372971"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1" y="835167"/>
                </a:lnTo>
                <a:lnTo>
                  <a:pt x="418835" y="837670"/>
                </a:lnTo>
                <a:lnTo>
                  <a:pt x="464700" y="835167"/>
                </a:lnTo>
                <a:lnTo>
                  <a:pt x="510119" y="827656"/>
                </a:lnTo>
                <a:lnTo>
                  <a:pt x="554651" y="815138"/>
                </a:lnTo>
                <a:lnTo>
                  <a:pt x="597848" y="797613"/>
                </a:lnTo>
                <a:lnTo>
                  <a:pt x="639268" y="775081"/>
                </a:lnTo>
                <a:lnTo>
                  <a:pt x="678466" y="747542"/>
                </a:lnTo>
                <a:lnTo>
                  <a:pt x="714997" y="714996"/>
                </a:lnTo>
                <a:lnTo>
                  <a:pt x="747544" y="678465"/>
                </a:lnTo>
                <a:lnTo>
                  <a:pt x="775083" y="639267"/>
                </a:lnTo>
                <a:lnTo>
                  <a:pt x="797615" y="597848"/>
                </a:lnTo>
                <a:lnTo>
                  <a:pt x="815140" y="554650"/>
                </a:lnTo>
                <a:lnTo>
                  <a:pt x="827657" y="510119"/>
                </a:lnTo>
                <a:lnTo>
                  <a:pt x="835168" y="464699"/>
                </a:lnTo>
                <a:lnTo>
                  <a:pt x="837672" y="418835"/>
                </a:lnTo>
                <a:lnTo>
                  <a:pt x="835168" y="372971"/>
                </a:lnTo>
                <a:lnTo>
                  <a:pt x="827657" y="327551"/>
                </a:lnTo>
                <a:lnTo>
                  <a:pt x="815140" y="283020"/>
                </a:lnTo>
                <a:lnTo>
                  <a:pt x="797615" y="239823"/>
                </a:lnTo>
                <a:lnTo>
                  <a:pt x="775083" y="198403"/>
                </a:lnTo>
                <a:lnTo>
                  <a:pt x="747544" y="159205"/>
                </a:lnTo>
                <a:lnTo>
                  <a:pt x="714997" y="122674"/>
                </a:lnTo>
                <a:lnTo>
                  <a:pt x="678466" y="90128"/>
                </a:lnTo>
                <a:lnTo>
                  <a:pt x="639268" y="62588"/>
                </a:lnTo>
                <a:lnTo>
                  <a:pt x="597848" y="40056"/>
                </a:lnTo>
                <a:lnTo>
                  <a:pt x="554651" y="22532"/>
                </a:lnTo>
                <a:lnTo>
                  <a:pt x="510119" y="10014"/>
                </a:lnTo>
                <a:lnTo>
                  <a:pt x="464700" y="2503"/>
                </a:lnTo>
                <a:lnTo>
                  <a:pt x="418835" y="0"/>
                </a:lnTo>
                <a:close/>
              </a:path>
            </a:pathLst>
          </a:custGeom>
          <a:solidFill>
            <a:srgbClr val="FFFFFF">
              <a:alpha val="45000"/>
            </a:srgbClr>
          </a:solidFill>
        </p:spPr>
        <p:txBody>
          <a:bodyPr wrap="square" lIns="0" tIns="0" rIns="0" bIns="0" rtlCol="0"/>
          <a:lstStyle/>
          <a:p>
            <a:endParaRPr/>
          </a:p>
        </p:txBody>
      </p:sp>
      <p:sp>
        <p:nvSpPr>
          <p:cNvPr id="67" name="object 39">
            <a:extLst>
              <a:ext uri="{FF2B5EF4-FFF2-40B4-BE49-F238E27FC236}">
                <a16:creationId xmlns:a16="http://schemas.microsoft.com/office/drawing/2014/main" id="{BC3DC380-9F3A-4894-A817-97B2F3C8A749}"/>
              </a:ext>
            </a:extLst>
          </p:cNvPr>
          <p:cNvSpPr/>
          <p:nvPr userDrawn="1"/>
        </p:nvSpPr>
        <p:spPr>
          <a:xfrm>
            <a:off x="1422527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0000"/>
            </a:srgbClr>
          </a:solidFill>
        </p:spPr>
        <p:txBody>
          <a:bodyPr wrap="square" lIns="0" tIns="0" rIns="0" bIns="0" rtlCol="0"/>
          <a:lstStyle/>
          <a:p>
            <a:endParaRPr/>
          </a:p>
        </p:txBody>
      </p:sp>
      <p:sp>
        <p:nvSpPr>
          <p:cNvPr id="68" name="object 40">
            <a:extLst>
              <a:ext uri="{FF2B5EF4-FFF2-40B4-BE49-F238E27FC236}">
                <a16:creationId xmlns:a16="http://schemas.microsoft.com/office/drawing/2014/main" id="{98AD467F-B0C4-49DA-9DCA-3862EC150364}"/>
              </a:ext>
            </a:extLst>
          </p:cNvPr>
          <p:cNvSpPr/>
          <p:nvPr userDrawn="1"/>
        </p:nvSpPr>
        <p:spPr>
          <a:xfrm>
            <a:off x="15723585"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5000"/>
            </a:srgbClr>
          </a:solidFill>
        </p:spPr>
        <p:txBody>
          <a:bodyPr wrap="square" lIns="0" tIns="0" rIns="0" bIns="0" rtlCol="0"/>
          <a:lstStyle/>
          <a:p>
            <a:endParaRPr/>
          </a:p>
        </p:txBody>
      </p:sp>
      <p:sp>
        <p:nvSpPr>
          <p:cNvPr id="69" name="object 41">
            <a:extLst>
              <a:ext uri="{FF2B5EF4-FFF2-40B4-BE49-F238E27FC236}">
                <a16:creationId xmlns:a16="http://schemas.microsoft.com/office/drawing/2014/main" id="{222AA05A-8F40-446A-9D95-60556A1A1DEA}"/>
              </a:ext>
            </a:extLst>
          </p:cNvPr>
          <p:cNvSpPr/>
          <p:nvPr userDrawn="1"/>
        </p:nvSpPr>
        <p:spPr>
          <a:xfrm>
            <a:off x="17221899"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0000"/>
            </a:srgbClr>
          </a:solidFill>
        </p:spPr>
        <p:txBody>
          <a:bodyPr wrap="square" lIns="0" tIns="0" rIns="0" bIns="0" rtlCol="0"/>
          <a:lstStyle/>
          <a:p>
            <a:endParaRPr/>
          </a:p>
        </p:txBody>
      </p:sp>
      <p:sp>
        <p:nvSpPr>
          <p:cNvPr id="70" name="object 42">
            <a:extLst>
              <a:ext uri="{FF2B5EF4-FFF2-40B4-BE49-F238E27FC236}">
                <a16:creationId xmlns:a16="http://schemas.microsoft.com/office/drawing/2014/main" id="{0ECE44EC-5CEE-4052-B399-39CFB7126325}"/>
              </a:ext>
            </a:extLst>
          </p:cNvPr>
          <p:cNvSpPr/>
          <p:nvPr userDrawn="1"/>
        </p:nvSpPr>
        <p:spPr>
          <a:xfrm>
            <a:off x="1872021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5000"/>
            </a:srgbClr>
          </a:solidFill>
        </p:spPr>
        <p:txBody>
          <a:bodyPr wrap="square" lIns="0" tIns="0" rIns="0" bIns="0" rtlCol="0"/>
          <a:lstStyle/>
          <a:p>
            <a:endParaRPr/>
          </a:p>
        </p:txBody>
      </p:sp>
      <p:sp>
        <p:nvSpPr>
          <p:cNvPr id="71" name="object 43">
            <a:extLst>
              <a:ext uri="{FF2B5EF4-FFF2-40B4-BE49-F238E27FC236}">
                <a16:creationId xmlns:a16="http://schemas.microsoft.com/office/drawing/2014/main" id="{35648ABD-860B-479D-8BF2-E4E97746756B}"/>
              </a:ext>
            </a:extLst>
          </p:cNvPr>
          <p:cNvSpPr/>
          <p:nvPr userDrawn="1"/>
        </p:nvSpPr>
        <p:spPr>
          <a:xfrm>
            <a:off x="20218526" y="8247472"/>
            <a:ext cx="767298" cy="767298"/>
          </a:xfrm>
          <a:custGeom>
            <a:avLst/>
            <a:gdLst/>
            <a:ahLst/>
            <a:cxnLst/>
            <a:rect l="l" t="t" r="r" b="b"/>
            <a:pathLst>
              <a:path w="838200" h="838200">
                <a:moveTo>
                  <a:pt x="418838" y="0"/>
                </a:moveTo>
                <a:lnTo>
                  <a:pt x="372973" y="2503"/>
                </a:lnTo>
                <a:lnTo>
                  <a:pt x="327553" y="10014"/>
                </a:lnTo>
                <a:lnTo>
                  <a:pt x="283021" y="22531"/>
                </a:lnTo>
                <a:lnTo>
                  <a:pt x="239823" y="40056"/>
                </a:lnTo>
                <a:lnTo>
                  <a:pt x="198403" y="62588"/>
                </a:lnTo>
                <a:lnTo>
                  <a:pt x="159205" y="90127"/>
                </a:lnTo>
                <a:lnTo>
                  <a:pt x="122674" y="122673"/>
                </a:lnTo>
                <a:lnTo>
                  <a:pt x="90128" y="159204"/>
                </a:lnTo>
                <a:lnTo>
                  <a:pt x="62588" y="198402"/>
                </a:lnTo>
                <a:lnTo>
                  <a:pt x="40056" y="239822"/>
                </a:lnTo>
                <a:lnTo>
                  <a:pt x="22532" y="283020"/>
                </a:lnTo>
                <a:lnTo>
                  <a:pt x="10014" y="327551"/>
                </a:lnTo>
                <a:lnTo>
                  <a:pt x="2503" y="372970"/>
                </a:lnTo>
                <a:lnTo>
                  <a:pt x="0" y="418835"/>
                </a:lnTo>
                <a:lnTo>
                  <a:pt x="2503" y="464699"/>
                </a:lnTo>
                <a:lnTo>
                  <a:pt x="10014" y="510119"/>
                </a:lnTo>
                <a:lnTo>
                  <a:pt x="22532" y="554650"/>
                </a:lnTo>
                <a:lnTo>
                  <a:pt x="40056" y="597847"/>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6"/>
                </a:lnTo>
                <a:lnTo>
                  <a:pt x="418838" y="837670"/>
                </a:lnTo>
                <a:lnTo>
                  <a:pt x="464702" y="835166"/>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7"/>
                </a:lnTo>
                <a:lnTo>
                  <a:pt x="815144" y="554650"/>
                </a:lnTo>
                <a:lnTo>
                  <a:pt x="827661" y="510119"/>
                </a:lnTo>
                <a:lnTo>
                  <a:pt x="835172" y="464699"/>
                </a:lnTo>
                <a:lnTo>
                  <a:pt x="837676" y="418835"/>
                </a:lnTo>
                <a:lnTo>
                  <a:pt x="835172" y="372970"/>
                </a:lnTo>
                <a:lnTo>
                  <a:pt x="827661" y="327551"/>
                </a:lnTo>
                <a:lnTo>
                  <a:pt x="815144" y="283020"/>
                </a:lnTo>
                <a:lnTo>
                  <a:pt x="797619" y="239822"/>
                </a:lnTo>
                <a:lnTo>
                  <a:pt x="775087" y="198402"/>
                </a:lnTo>
                <a:lnTo>
                  <a:pt x="747548" y="159204"/>
                </a:lnTo>
                <a:lnTo>
                  <a:pt x="715001" y="122673"/>
                </a:lnTo>
                <a:lnTo>
                  <a:pt x="678470" y="90127"/>
                </a:lnTo>
                <a:lnTo>
                  <a:pt x="639272" y="62588"/>
                </a:lnTo>
                <a:lnTo>
                  <a:pt x="597852" y="40056"/>
                </a:lnTo>
                <a:lnTo>
                  <a:pt x="554654" y="22531"/>
                </a:lnTo>
                <a:lnTo>
                  <a:pt x="510122" y="10014"/>
                </a:lnTo>
                <a:lnTo>
                  <a:pt x="464702" y="2503"/>
                </a:lnTo>
                <a:lnTo>
                  <a:pt x="418838" y="0"/>
                </a:lnTo>
                <a:close/>
              </a:path>
            </a:pathLst>
          </a:custGeom>
          <a:solidFill>
            <a:srgbClr val="FFFFFF">
              <a:alpha val="70000"/>
            </a:srgbClr>
          </a:solidFill>
        </p:spPr>
        <p:txBody>
          <a:bodyPr wrap="square" lIns="0" tIns="0" rIns="0" bIns="0" rtlCol="0"/>
          <a:lstStyle/>
          <a:p>
            <a:endParaRPr/>
          </a:p>
        </p:txBody>
      </p:sp>
      <p:sp>
        <p:nvSpPr>
          <p:cNvPr id="72" name="object 44">
            <a:extLst>
              <a:ext uri="{FF2B5EF4-FFF2-40B4-BE49-F238E27FC236}">
                <a16:creationId xmlns:a16="http://schemas.microsoft.com/office/drawing/2014/main" id="{48D00AAA-BE6C-4133-A081-DFF872D4E689}"/>
              </a:ext>
            </a:extLst>
          </p:cNvPr>
          <p:cNvSpPr/>
          <p:nvPr userDrawn="1"/>
        </p:nvSpPr>
        <p:spPr>
          <a:xfrm>
            <a:off x="21716838"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75000"/>
            </a:srgbClr>
          </a:solidFill>
        </p:spPr>
        <p:txBody>
          <a:bodyPr wrap="square" lIns="0" tIns="0" rIns="0" bIns="0" rtlCol="0"/>
          <a:lstStyle/>
          <a:p>
            <a:endParaRPr/>
          </a:p>
        </p:txBody>
      </p:sp>
      <p:sp>
        <p:nvSpPr>
          <p:cNvPr id="73" name="object 45">
            <a:extLst>
              <a:ext uri="{FF2B5EF4-FFF2-40B4-BE49-F238E27FC236}">
                <a16:creationId xmlns:a16="http://schemas.microsoft.com/office/drawing/2014/main" id="{D3573513-F7E7-47B5-9F5F-ACB345C69836}"/>
              </a:ext>
            </a:extLst>
          </p:cNvPr>
          <p:cNvSpPr/>
          <p:nvPr userDrawn="1"/>
        </p:nvSpPr>
        <p:spPr>
          <a:xfrm>
            <a:off x="23215151"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80000"/>
            </a:srgbClr>
          </a:solidFill>
        </p:spPr>
        <p:txBody>
          <a:bodyPr wrap="square" lIns="0" tIns="0" rIns="0" bIns="0" rtlCol="0"/>
          <a:lstStyle/>
          <a:p>
            <a:endParaRPr/>
          </a:p>
        </p:txBody>
      </p:sp>
    </p:spTree>
    <p:extLst>
      <p:ext uri="{BB962C8B-B14F-4D97-AF65-F5344CB8AC3E}">
        <p14:creationId xmlns:p14="http://schemas.microsoft.com/office/powerpoint/2010/main" val="426629417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0A8B48C-44BA-4E42-825E-B1C21FD0BCAB}"/>
              </a:ext>
            </a:extLst>
          </p:cNvPr>
          <p:cNvSpPr/>
          <p:nvPr userDrawn="1"/>
        </p:nvSpPr>
        <p:spPr>
          <a:xfrm>
            <a:off x="21099127" y="12241310"/>
            <a:ext cx="3284873" cy="147468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4920425" y="3685632"/>
            <a:ext cx="15233103" cy="5404480"/>
          </a:xfrm>
        </p:spPr>
        <p:txBody>
          <a:bodyPr anchor="ctr"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Click to edit Master title style</a:t>
            </a:r>
          </a:p>
        </p:txBody>
      </p:sp>
      <p:grpSp>
        <p:nvGrpSpPr>
          <p:cNvPr id="5" name="Group 4">
            <a:extLst>
              <a:ext uri="{FF2B5EF4-FFF2-40B4-BE49-F238E27FC236}">
                <a16:creationId xmlns:a16="http://schemas.microsoft.com/office/drawing/2014/main" id="{6CAAAD7A-7B58-4619-8E44-C4F04FD40D26}"/>
              </a:ext>
            </a:extLst>
          </p:cNvPr>
          <p:cNvGrpSpPr/>
          <p:nvPr userDrawn="1"/>
        </p:nvGrpSpPr>
        <p:grpSpPr>
          <a:xfrm rot="164089">
            <a:off x="-207820" y="42312"/>
            <a:ext cx="4468981" cy="12803656"/>
            <a:chOff x="1" y="2083708"/>
            <a:chExt cx="2492196" cy="7140155"/>
          </a:xfrm>
        </p:grpSpPr>
        <p:sp>
          <p:nvSpPr>
            <p:cNvPr id="6" name="object 7">
              <a:extLst>
                <a:ext uri="{FF2B5EF4-FFF2-40B4-BE49-F238E27FC236}">
                  <a16:creationId xmlns:a16="http://schemas.microsoft.com/office/drawing/2014/main" id="{623642BC-BF45-4117-9ADD-2A01B19CEA80}"/>
                </a:ext>
              </a:extLst>
            </p:cNvPr>
            <p:cNvSpPr/>
            <p:nvPr userDrawn="1"/>
          </p:nvSpPr>
          <p:spPr>
            <a:xfrm>
              <a:off x="2118912" y="8848661"/>
              <a:ext cx="370840" cy="371475"/>
            </a:xfrm>
            <a:custGeom>
              <a:avLst/>
              <a:gdLst/>
              <a:ahLst/>
              <a:cxnLst/>
              <a:rect l="l" t="t" r="r" b="b"/>
              <a:pathLst>
                <a:path w="370839" h="371475">
                  <a:moveTo>
                    <a:pt x="162871" y="0"/>
                  </a:moveTo>
                  <a:lnTo>
                    <a:pt x="114418" y="12586"/>
                  </a:lnTo>
                  <a:lnTo>
                    <a:pt x="72418" y="36637"/>
                  </a:lnTo>
                  <a:lnTo>
                    <a:pt x="38425" y="70170"/>
                  </a:lnTo>
                  <a:lnTo>
                    <a:pt x="13990" y="111206"/>
                  </a:lnTo>
                  <a:lnTo>
                    <a:pt x="664" y="157762"/>
                  </a:lnTo>
                  <a:lnTo>
                    <a:pt x="0" y="207857"/>
                  </a:lnTo>
                  <a:lnTo>
                    <a:pt x="12570" y="256355"/>
                  </a:lnTo>
                  <a:lnTo>
                    <a:pt x="36597" y="298394"/>
                  </a:lnTo>
                  <a:lnTo>
                    <a:pt x="70099" y="332421"/>
                  </a:lnTo>
                  <a:lnTo>
                    <a:pt x="111097" y="356881"/>
                  </a:lnTo>
                  <a:lnTo>
                    <a:pt x="157613" y="370221"/>
                  </a:lnTo>
                  <a:lnTo>
                    <a:pt x="207666" y="370887"/>
                  </a:lnTo>
                  <a:lnTo>
                    <a:pt x="256120" y="358300"/>
                  </a:lnTo>
                  <a:lnTo>
                    <a:pt x="298121" y="334249"/>
                  </a:lnTo>
                  <a:lnTo>
                    <a:pt x="332116" y="300715"/>
                  </a:lnTo>
                  <a:lnTo>
                    <a:pt x="356552" y="259678"/>
                  </a:lnTo>
                  <a:lnTo>
                    <a:pt x="369877" y="213119"/>
                  </a:lnTo>
                  <a:lnTo>
                    <a:pt x="370538" y="163020"/>
                  </a:lnTo>
                  <a:lnTo>
                    <a:pt x="357966" y="114526"/>
                  </a:lnTo>
                  <a:lnTo>
                    <a:pt x="333939" y="72489"/>
                  </a:lnTo>
                  <a:lnTo>
                    <a:pt x="300435" y="38464"/>
                  </a:lnTo>
                  <a:lnTo>
                    <a:pt x="259436" y="14005"/>
                  </a:lnTo>
                  <a:lnTo>
                    <a:pt x="212921" y="666"/>
                  </a:lnTo>
                  <a:lnTo>
                    <a:pt x="162871" y="0"/>
                  </a:lnTo>
                  <a:close/>
                </a:path>
              </a:pathLst>
            </a:custGeom>
            <a:solidFill>
              <a:srgbClr val="FFFFFF">
                <a:alpha val="9999"/>
              </a:srgbClr>
            </a:solidFill>
          </p:spPr>
          <p:txBody>
            <a:bodyPr wrap="square" lIns="0" tIns="0" rIns="0" bIns="0" rtlCol="0"/>
            <a:lstStyle/>
            <a:p>
              <a:endParaRPr/>
            </a:p>
          </p:txBody>
        </p:sp>
        <p:sp>
          <p:nvSpPr>
            <p:cNvPr id="7" name="object 8">
              <a:extLst>
                <a:ext uri="{FF2B5EF4-FFF2-40B4-BE49-F238E27FC236}">
                  <a16:creationId xmlns:a16="http://schemas.microsoft.com/office/drawing/2014/main" id="{4C829D8A-8207-4359-9F4F-8869464768E2}"/>
                </a:ext>
              </a:extLst>
            </p:cNvPr>
            <p:cNvSpPr/>
            <p:nvPr userDrawn="1"/>
          </p:nvSpPr>
          <p:spPr>
            <a:xfrm>
              <a:off x="1325040" y="8852388"/>
              <a:ext cx="371475" cy="371475"/>
            </a:xfrm>
            <a:custGeom>
              <a:avLst/>
              <a:gdLst/>
              <a:ahLst/>
              <a:cxnLst/>
              <a:rect l="l" t="t" r="r" b="b"/>
              <a:pathLst>
                <a:path w="371475" h="371475">
                  <a:moveTo>
                    <a:pt x="206023" y="0"/>
                  </a:moveTo>
                  <a:lnTo>
                    <a:pt x="155979" y="1167"/>
                  </a:lnTo>
                  <a:lnTo>
                    <a:pt x="109600" y="14972"/>
                  </a:lnTo>
                  <a:lnTo>
                    <a:pt x="68849" y="39840"/>
                  </a:lnTo>
                  <a:lnTo>
                    <a:pt x="35689" y="74199"/>
                  </a:lnTo>
                  <a:lnTo>
                    <a:pt x="12084" y="116475"/>
                  </a:lnTo>
                  <a:lnTo>
                    <a:pt x="0" y="165095"/>
                  </a:lnTo>
                  <a:lnTo>
                    <a:pt x="1163" y="215184"/>
                  </a:lnTo>
                  <a:lnTo>
                    <a:pt x="14954" y="261606"/>
                  </a:lnTo>
                  <a:lnTo>
                    <a:pt x="39800" y="302395"/>
                  </a:lnTo>
                  <a:lnTo>
                    <a:pt x="74129" y="335585"/>
                  </a:lnTo>
                  <a:lnTo>
                    <a:pt x="116368" y="359211"/>
                  </a:lnTo>
                  <a:lnTo>
                    <a:pt x="164944" y="371307"/>
                  </a:lnTo>
                  <a:lnTo>
                    <a:pt x="214984" y="370142"/>
                  </a:lnTo>
                  <a:lnTo>
                    <a:pt x="261362" y="356339"/>
                  </a:lnTo>
                  <a:lnTo>
                    <a:pt x="302115" y="331470"/>
                  </a:lnTo>
                  <a:lnTo>
                    <a:pt x="335276" y="297109"/>
                  </a:lnTo>
                  <a:lnTo>
                    <a:pt x="358882" y="254832"/>
                  </a:lnTo>
                  <a:lnTo>
                    <a:pt x="370967" y="206211"/>
                  </a:lnTo>
                  <a:lnTo>
                    <a:pt x="369801" y="156126"/>
                  </a:lnTo>
                  <a:lnTo>
                    <a:pt x="356009" y="109705"/>
                  </a:lnTo>
                  <a:lnTo>
                    <a:pt x="331164" y="68916"/>
                  </a:lnTo>
                  <a:lnTo>
                    <a:pt x="296836" y="35724"/>
                  </a:lnTo>
                  <a:lnTo>
                    <a:pt x="254598" y="12096"/>
                  </a:lnTo>
                  <a:lnTo>
                    <a:pt x="206023" y="0"/>
                  </a:lnTo>
                  <a:close/>
                </a:path>
              </a:pathLst>
            </a:custGeom>
            <a:solidFill>
              <a:srgbClr val="FFFFFF">
                <a:alpha val="1642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8407EB41-2F36-420A-948C-F40F9BB5A298}"/>
                </a:ext>
              </a:extLst>
            </p:cNvPr>
            <p:cNvSpPr/>
            <p:nvPr userDrawn="1"/>
          </p:nvSpPr>
          <p:spPr>
            <a:xfrm>
              <a:off x="558450" y="8674937"/>
              <a:ext cx="372745" cy="372745"/>
            </a:xfrm>
            <a:custGeom>
              <a:avLst/>
              <a:gdLst/>
              <a:ahLst/>
              <a:cxnLst/>
              <a:rect l="l" t="t" r="r" b="b"/>
              <a:pathLst>
                <a:path w="372744" h="372745">
                  <a:moveTo>
                    <a:pt x="200087" y="0"/>
                  </a:moveTo>
                  <a:lnTo>
                    <a:pt x="151774" y="2689"/>
                  </a:lnTo>
                  <a:lnTo>
                    <a:pt x="106379" y="17447"/>
                  </a:lnTo>
                  <a:lnTo>
                    <a:pt x="66175" y="43195"/>
                  </a:lnTo>
                  <a:lnTo>
                    <a:pt x="33439" y="78857"/>
                  </a:lnTo>
                  <a:lnTo>
                    <a:pt x="10443" y="123355"/>
                  </a:lnTo>
                  <a:lnTo>
                    <a:pt x="0" y="172355"/>
                  </a:lnTo>
                  <a:lnTo>
                    <a:pt x="2686" y="220711"/>
                  </a:lnTo>
                  <a:lnTo>
                    <a:pt x="17428" y="266146"/>
                  </a:lnTo>
                  <a:lnTo>
                    <a:pt x="43150" y="306385"/>
                  </a:lnTo>
                  <a:lnTo>
                    <a:pt x="78779" y="339153"/>
                  </a:lnTo>
                  <a:lnTo>
                    <a:pt x="123240" y="362173"/>
                  </a:lnTo>
                  <a:lnTo>
                    <a:pt x="172192" y="372630"/>
                  </a:lnTo>
                  <a:lnTo>
                    <a:pt x="220502" y="369942"/>
                  </a:lnTo>
                  <a:lnTo>
                    <a:pt x="265896" y="355186"/>
                  </a:lnTo>
                  <a:lnTo>
                    <a:pt x="306101" y="329439"/>
                  </a:lnTo>
                  <a:lnTo>
                    <a:pt x="338840" y="293775"/>
                  </a:lnTo>
                  <a:lnTo>
                    <a:pt x="361840" y="249273"/>
                  </a:lnTo>
                  <a:lnTo>
                    <a:pt x="372283" y="200273"/>
                  </a:lnTo>
                  <a:lnTo>
                    <a:pt x="369597" y="151918"/>
                  </a:lnTo>
                  <a:lnTo>
                    <a:pt x="354855" y="106483"/>
                  </a:lnTo>
                  <a:lnTo>
                    <a:pt x="329133" y="66243"/>
                  </a:lnTo>
                  <a:lnTo>
                    <a:pt x="293504" y="33476"/>
                  </a:lnTo>
                  <a:lnTo>
                    <a:pt x="249043" y="10455"/>
                  </a:lnTo>
                  <a:lnTo>
                    <a:pt x="200087" y="0"/>
                  </a:lnTo>
                  <a:close/>
                </a:path>
              </a:pathLst>
            </a:custGeom>
            <a:solidFill>
              <a:srgbClr val="FFFFFF">
                <a:alpha val="22859"/>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A978A70C-3725-4465-862F-537E45868A6A}"/>
                </a:ext>
              </a:extLst>
            </p:cNvPr>
            <p:cNvSpPr/>
            <p:nvPr userDrawn="1"/>
          </p:nvSpPr>
          <p:spPr>
            <a:xfrm>
              <a:off x="1" y="8326194"/>
              <a:ext cx="230504" cy="374015"/>
            </a:xfrm>
            <a:custGeom>
              <a:avLst/>
              <a:gdLst/>
              <a:ahLst/>
              <a:cxnLst/>
              <a:rect l="l" t="t" r="r" b="b"/>
              <a:pathLst>
                <a:path w="230504" h="374015">
                  <a:moveTo>
                    <a:pt x="36763" y="0"/>
                  </a:moveTo>
                  <a:lnTo>
                    <a:pt x="0" y="5067"/>
                  </a:lnTo>
                  <a:lnTo>
                    <a:pt x="0" y="368336"/>
                  </a:lnTo>
                  <a:lnTo>
                    <a:pt x="45198" y="373476"/>
                  </a:lnTo>
                  <a:lnTo>
                    <a:pt x="89869" y="367643"/>
                  </a:lnTo>
                  <a:lnTo>
                    <a:pt x="131938" y="351275"/>
                  </a:lnTo>
                  <a:lnTo>
                    <a:pt x="169333" y="324808"/>
                  </a:lnTo>
                  <a:lnTo>
                    <a:pt x="199981" y="288681"/>
                  </a:lnTo>
                  <a:lnTo>
                    <a:pt x="221488" y="243436"/>
                  </a:lnTo>
                  <a:lnTo>
                    <a:pt x="230072" y="195772"/>
                  </a:lnTo>
                  <a:lnTo>
                    <a:pt x="226252" y="148152"/>
                  </a:lnTo>
                  <a:lnTo>
                    <a:pt x="210546" y="103038"/>
                  </a:lnTo>
                  <a:lnTo>
                    <a:pt x="183473" y="62897"/>
                  </a:lnTo>
                  <a:lnTo>
                    <a:pt x="145551" y="30190"/>
                  </a:lnTo>
                  <a:lnTo>
                    <a:pt x="110695" y="12313"/>
                  </a:lnTo>
                  <a:lnTo>
                    <a:pt x="36763" y="0"/>
                  </a:lnTo>
                  <a:close/>
                </a:path>
              </a:pathLst>
            </a:custGeom>
            <a:solidFill>
              <a:srgbClr val="FFFFFF">
                <a:alpha val="29289"/>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2A7DF299-6289-4392-AFAD-2B3E84F77E99}"/>
                </a:ext>
              </a:extLst>
            </p:cNvPr>
            <p:cNvSpPr/>
            <p:nvPr userDrawn="1"/>
          </p:nvSpPr>
          <p:spPr>
            <a:xfrm>
              <a:off x="180971" y="2443735"/>
              <a:ext cx="372745" cy="373380"/>
            </a:xfrm>
            <a:custGeom>
              <a:avLst/>
              <a:gdLst/>
              <a:ahLst/>
              <a:cxnLst/>
              <a:rect l="l" t="t" r="r" b="b"/>
              <a:pathLst>
                <a:path w="372745" h="373380">
                  <a:moveTo>
                    <a:pt x="197927" y="0"/>
                  </a:moveTo>
                  <a:lnTo>
                    <a:pt x="149651" y="3252"/>
                  </a:lnTo>
                  <a:lnTo>
                    <a:pt x="102343" y="19627"/>
                  </a:lnTo>
                  <a:lnTo>
                    <a:pt x="61033" y="47924"/>
                  </a:lnTo>
                  <a:lnTo>
                    <a:pt x="29680" y="84813"/>
                  </a:lnTo>
                  <a:lnTo>
                    <a:pt x="9072" y="127904"/>
                  </a:lnTo>
                  <a:lnTo>
                    <a:pt x="0" y="174805"/>
                  </a:lnTo>
                  <a:lnTo>
                    <a:pt x="3249" y="223126"/>
                  </a:lnTo>
                  <a:lnTo>
                    <a:pt x="19609" y="270477"/>
                  </a:lnTo>
                  <a:lnTo>
                    <a:pt x="47877" y="311825"/>
                  </a:lnTo>
                  <a:lnTo>
                    <a:pt x="84732" y="343207"/>
                  </a:lnTo>
                  <a:lnTo>
                    <a:pt x="127783" y="363833"/>
                  </a:lnTo>
                  <a:lnTo>
                    <a:pt x="174643" y="372914"/>
                  </a:lnTo>
                  <a:lnTo>
                    <a:pt x="222922" y="369661"/>
                  </a:lnTo>
                  <a:lnTo>
                    <a:pt x="270230" y="353286"/>
                  </a:lnTo>
                  <a:lnTo>
                    <a:pt x="311537" y="324992"/>
                  </a:lnTo>
                  <a:lnTo>
                    <a:pt x="342888" y="288104"/>
                  </a:lnTo>
                  <a:lnTo>
                    <a:pt x="363495" y="245013"/>
                  </a:lnTo>
                  <a:lnTo>
                    <a:pt x="372568" y="198111"/>
                  </a:lnTo>
                  <a:lnTo>
                    <a:pt x="369317" y="149788"/>
                  </a:lnTo>
                  <a:lnTo>
                    <a:pt x="352953" y="102437"/>
                  </a:lnTo>
                  <a:lnTo>
                    <a:pt x="324686" y="61088"/>
                  </a:lnTo>
                  <a:lnTo>
                    <a:pt x="287834" y="29707"/>
                  </a:lnTo>
                  <a:lnTo>
                    <a:pt x="244785" y="9081"/>
                  </a:lnTo>
                  <a:lnTo>
                    <a:pt x="197927" y="0"/>
                  </a:lnTo>
                  <a:close/>
                </a:path>
              </a:pathLst>
            </a:custGeom>
            <a:solidFill>
              <a:srgbClr val="FFFFFF">
                <a:alpha val="8713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515E665-7A5B-4EB4-B77B-E0FAE30F12CF}"/>
                </a:ext>
              </a:extLst>
            </p:cNvPr>
            <p:cNvSpPr/>
            <p:nvPr userDrawn="1"/>
          </p:nvSpPr>
          <p:spPr>
            <a:xfrm>
              <a:off x="915627" y="2175409"/>
              <a:ext cx="373380" cy="374015"/>
            </a:xfrm>
            <a:custGeom>
              <a:avLst/>
              <a:gdLst/>
              <a:ahLst/>
              <a:cxnLst/>
              <a:rect l="l" t="t" r="r" b="b"/>
              <a:pathLst>
                <a:path w="373380" h="374014">
                  <a:moveTo>
                    <a:pt x="193330" y="0"/>
                  </a:moveTo>
                  <a:lnTo>
                    <a:pt x="143517" y="4954"/>
                  </a:lnTo>
                  <a:lnTo>
                    <a:pt x="96782" y="22893"/>
                  </a:lnTo>
                  <a:lnTo>
                    <a:pt x="57741" y="51501"/>
                  </a:lnTo>
                  <a:lnTo>
                    <a:pt x="27717" y="88635"/>
                  </a:lnTo>
                  <a:lnTo>
                    <a:pt x="8029" y="132153"/>
                  </a:lnTo>
                  <a:lnTo>
                    <a:pt x="0" y="179911"/>
                  </a:lnTo>
                  <a:lnTo>
                    <a:pt x="4949" y="229769"/>
                  </a:lnTo>
                  <a:lnTo>
                    <a:pt x="22873" y="276550"/>
                  </a:lnTo>
                  <a:lnTo>
                    <a:pt x="51456" y="315628"/>
                  </a:lnTo>
                  <a:lnTo>
                    <a:pt x="88558" y="345680"/>
                  </a:lnTo>
                  <a:lnTo>
                    <a:pt x="132036" y="365386"/>
                  </a:lnTo>
                  <a:lnTo>
                    <a:pt x="179751" y="373424"/>
                  </a:lnTo>
                  <a:lnTo>
                    <a:pt x="229559" y="368474"/>
                  </a:lnTo>
                  <a:lnTo>
                    <a:pt x="276299" y="350534"/>
                  </a:lnTo>
                  <a:lnTo>
                    <a:pt x="315342" y="321924"/>
                  </a:lnTo>
                  <a:lnTo>
                    <a:pt x="345368" y="284789"/>
                  </a:lnTo>
                  <a:lnTo>
                    <a:pt x="365057" y="241270"/>
                  </a:lnTo>
                  <a:lnTo>
                    <a:pt x="373087" y="193512"/>
                  </a:lnTo>
                  <a:lnTo>
                    <a:pt x="368137" y="143658"/>
                  </a:lnTo>
                  <a:lnTo>
                    <a:pt x="350214" y="96876"/>
                  </a:lnTo>
                  <a:lnTo>
                    <a:pt x="321630" y="57797"/>
                  </a:lnTo>
                  <a:lnTo>
                    <a:pt x="284528" y="27743"/>
                  </a:lnTo>
                  <a:lnTo>
                    <a:pt x="241047" y="8037"/>
                  </a:lnTo>
                  <a:lnTo>
                    <a:pt x="193330" y="0"/>
                  </a:lnTo>
                  <a:close/>
                </a:path>
              </a:pathLst>
            </a:custGeom>
            <a:solidFill>
              <a:srgbClr val="FFFFFF">
                <a:alpha val="9356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EA108E4C-0FDE-4A79-95EE-9E9A87260EBD}"/>
                </a:ext>
              </a:extLst>
            </p:cNvPr>
            <p:cNvSpPr/>
            <p:nvPr userDrawn="1"/>
          </p:nvSpPr>
          <p:spPr>
            <a:xfrm>
              <a:off x="1703742" y="2083708"/>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9"/>
                  </a:lnTo>
                  <a:lnTo>
                    <a:pt x="137008" y="366909"/>
                  </a:lnTo>
                  <a:lnTo>
                    <a:pt x="186620" y="373581"/>
                  </a:lnTo>
                  <a:lnTo>
                    <a:pt x="236232" y="366909"/>
                  </a:lnTo>
                  <a:lnTo>
                    <a:pt x="280811" y="348079"/>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solidFill>
          </p:spPr>
          <p:txBody>
            <a:bodyPr wrap="square" lIns="0" tIns="0" rIns="0" bIns="0" rtlCol="0"/>
            <a:lstStyle/>
            <a:p>
              <a:endParaRPr/>
            </a:p>
          </p:txBody>
        </p:sp>
        <p:sp>
          <p:nvSpPr>
            <p:cNvPr id="14" name="object 14">
              <a:extLst>
                <a:ext uri="{FF2B5EF4-FFF2-40B4-BE49-F238E27FC236}">
                  <a16:creationId xmlns:a16="http://schemas.microsoft.com/office/drawing/2014/main" id="{EC94A245-5070-4654-B9D0-B34B0176C761}"/>
                </a:ext>
              </a:extLst>
            </p:cNvPr>
            <p:cNvSpPr/>
            <p:nvPr userDrawn="1"/>
          </p:nvSpPr>
          <p:spPr>
            <a:xfrm>
              <a:off x="2119832" y="8009782"/>
              <a:ext cx="371475" cy="371475"/>
            </a:xfrm>
            <a:custGeom>
              <a:avLst/>
              <a:gdLst/>
              <a:ahLst/>
              <a:cxnLst/>
              <a:rect l="l" t="t" r="r" b="b"/>
              <a:pathLst>
                <a:path w="371475" h="371475">
                  <a:moveTo>
                    <a:pt x="205768" y="0"/>
                  </a:moveTo>
                  <a:lnTo>
                    <a:pt x="155731" y="1354"/>
                  </a:lnTo>
                  <a:lnTo>
                    <a:pt x="107825" y="15876"/>
                  </a:lnTo>
                  <a:lnTo>
                    <a:pt x="66827" y="41596"/>
                  </a:lnTo>
                  <a:lnTo>
                    <a:pt x="34208" y="76469"/>
                  </a:lnTo>
                  <a:lnTo>
                    <a:pt x="11442" y="118455"/>
                  </a:lnTo>
                  <a:lnTo>
                    <a:pt x="0" y="165510"/>
                  </a:lnTo>
                  <a:lnTo>
                    <a:pt x="1352" y="215594"/>
                  </a:lnTo>
                  <a:lnTo>
                    <a:pt x="15862" y="263544"/>
                  </a:lnTo>
                  <a:lnTo>
                    <a:pt x="41560" y="304582"/>
                  </a:lnTo>
                  <a:lnTo>
                    <a:pt x="76405" y="337231"/>
                  </a:lnTo>
                  <a:lnTo>
                    <a:pt x="118355" y="360019"/>
                  </a:lnTo>
                  <a:lnTo>
                    <a:pt x="165369" y="371471"/>
                  </a:lnTo>
                  <a:lnTo>
                    <a:pt x="215408" y="370114"/>
                  </a:lnTo>
                  <a:lnTo>
                    <a:pt x="263314" y="355591"/>
                  </a:lnTo>
                  <a:lnTo>
                    <a:pt x="304312" y="329872"/>
                  </a:lnTo>
                  <a:lnTo>
                    <a:pt x="336930" y="294998"/>
                  </a:lnTo>
                  <a:lnTo>
                    <a:pt x="359696" y="253012"/>
                  </a:lnTo>
                  <a:lnTo>
                    <a:pt x="371139" y="205956"/>
                  </a:lnTo>
                  <a:lnTo>
                    <a:pt x="369786" y="155873"/>
                  </a:lnTo>
                  <a:lnTo>
                    <a:pt x="355272" y="107920"/>
                  </a:lnTo>
                  <a:lnTo>
                    <a:pt x="329574" y="66883"/>
                  </a:lnTo>
                  <a:lnTo>
                    <a:pt x="294730" y="34236"/>
                  </a:lnTo>
                  <a:lnTo>
                    <a:pt x="252781" y="11451"/>
                  </a:lnTo>
                  <a:lnTo>
                    <a:pt x="205768" y="0"/>
                  </a:lnTo>
                  <a:close/>
                </a:path>
              </a:pathLst>
            </a:custGeom>
            <a:solidFill>
              <a:srgbClr val="FFFFFF">
                <a:alpha val="9999"/>
              </a:srgbClr>
            </a:solidFill>
          </p:spPr>
          <p:txBody>
            <a:bodyPr wrap="square" lIns="0" tIns="0" rIns="0" bIns="0" rtlCol="0"/>
            <a:lstStyle/>
            <a:p>
              <a:endParaRPr/>
            </a:p>
          </p:txBody>
        </p:sp>
        <p:sp>
          <p:nvSpPr>
            <p:cNvPr id="15" name="object 15">
              <a:extLst>
                <a:ext uri="{FF2B5EF4-FFF2-40B4-BE49-F238E27FC236}">
                  <a16:creationId xmlns:a16="http://schemas.microsoft.com/office/drawing/2014/main" id="{995E0190-E45D-46AD-808B-0684E237E0DE}"/>
                </a:ext>
              </a:extLst>
            </p:cNvPr>
            <p:cNvSpPr/>
            <p:nvPr userDrawn="1"/>
          </p:nvSpPr>
          <p:spPr>
            <a:xfrm>
              <a:off x="1413251" y="8026836"/>
              <a:ext cx="371475" cy="371475"/>
            </a:xfrm>
            <a:custGeom>
              <a:avLst/>
              <a:gdLst/>
              <a:ahLst/>
              <a:cxnLst/>
              <a:rect l="l" t="t" r="r" b="b"/>
              <a:pathLst>
                <a:path w="371475" h="371475">
                  <a:moveTo>
                    <a:pt x="206326" y="0"/>
                  </a:moveTo>
                  <a:lnTo>
                    <a:pt x="156281" y="1075"/>
                  </a:lnTo>
                  <a:lnTo>
                    <a:pt x="109876" y="14794"/>
                  </a:lnTo>
                  <a:lnTo>
                    <a:pt x="69079" y="39588"/>
                  </a:lnTo>
                  <a:lnTo>
                    <a:pt x="35855" y="73887"/>
                  </a:lnTo>
                  <a:lnTo>
                    <a:pt x="12173" y="116119"/>
                  </a:lnTo>
                  <a:lnTo>
                    <a:pt x="0" y="164717"/>
                  </a:lnTo>
                  <a:lnTo>
                    <a:pt x="1074" y="214808"/>
                  </a:lnTo>
                  <a:lnTo>
                    <a:pt x="14780" y="261255"/>
                  </a:lnTo>
                  <a:lnTo>
                    <a:pt x="39551" y="302090"/>
                  </a:lnTo>
                  <a:lnTo>
                    <a:pt x="73816" y="335343"/>
                  </a:lnTo>
                  <a:lnTo>
                    <a:pt x="116007" y="359047"/>
                  </a:lnTo>
                  <a:lnTo>
                    <a:pt x="164556" y="371232"/>
                  </a:lnTo>
                  <a:lnTo>
                    <a:pt x="214605" y="370157"/>
                  </a:lnTo>
                  <a:lnTo>
                    <a:pt x="261011" y="356438"/>
                  </a:lnTo>
                  <a:lnTo>
                    <a:pt x="301809" y="331645"/>
                  </a:lnTo>
                  <a:lnTo>
                    <a:pt x="335032" y="297349"/>
                  </a:lnTo>
                  <a:lnTo>
                    <a:pt x="358716" y="255119"/>
                  </a:lnTo>
                  <a:lnTo>
                    <a:pt x="370894" y="206525"/>
                  </a:lnTo>
                  <a:lnTo>
                    <a:pt x="369819" y="156433"/>
                  </a:lnTo>
                  <a:lnTo>
                    <a:pt x="356112" y="109984"/>
                  </a:lnTo>
                  <a:lnTo>
                    <a:pt x="331341" y="69147"/>
                  </a:lnTo>
                  <a:lnTo>
                    <a:pt x="297074" y="35891"/>
                  </a:lnTo>
                  <a:lnTo>
                    <a:pt x="254879" y="12185"/>
                  </a:lnTo>
                  <a:lnTo>
                    <a:pt x="206326" y="0"/>
                  </a:lnTo>
                  <a:close/>
                </a:path>
              </a:pathLst>
            </a:custGeom>
            <a:solidFill>
              <a:srgbClr val="FFFFFF">
                <a:alpha val="15419"/>
              </a:srgbClr>
            </a:solidFill>
          </p:spPr>
          <p:txBody>
            <a:bodyPr wrap="square" lIns="0" tIns="0" rIns="0" bIns="0" rtlCol="0"/>
            <a:lstStyle/>
            <a:p>
              <a:endParaRPr/>
            </a:p>
          </p:txBody>
        </p:sp>
        <p:sp>
          <p:nvSpPr>
            <p:cNvPr id="16" name="object 16">
              <a:extLst>
                <a:ext uri="{FF2B5EF4-FFF2-40B4-BE49-F238E27FC236}">
                  <a16:creationId xmlns:a16="http://schemas.microsoft.com/office/drawing/2014/main" id="{9DF436DC-4170-4483-BDF1-F5DF0AD8F705}"/>
                </a:ext>
              </a:extLst>
            </p:cNvPr>
            <p:cNvSpPr/>
            <p:nvPr userDrawn="1"/>
          </p:nvSpPr>
          <p:spPr>
            <a:xfrm>
              <a:off x="735064" y="7853877"/>
              <a:ext cx="370840" cy="371475"/>
            </a:xfrm>
            <a:custGeom>
              <a:avLst/>
              <a:gdLst/>
              <a:ahLst/>
              <a:cxnLst/>
              <a:rect l="l" t="t" r="r" b="b"/>
              <a:pathLst>
                <a:path w="370840" h="371475">
                  <a:moveTo>
                    <a:pt x="207514" y="0"/>
                  </a:moveTo>
                  <a:lnTo>
                    <a:pt x="159128" y="545"/>
                  </a:lnTo>
                  <a:lnTo>
                    <a:pt x="113124" y="13276"/>
                  </a:lnTo>
                  <a:lnTo>
                    <a:pt x="71821" y="37220"/>
                  </a:lnTo>
                  <a:lnTo>
                    <a:pt x="37540" y="71401"/>
                  </a:lnTo>
                  <a:lnTo>
                    <a:pt x="12599" y="114846"/>
                  </a:lnTo>
                  <a:lnTo>
                    <a:pt x="0" y="163330"/>
                  </a:lnTo>
                  <a:lnTo>
                    <a:pt x="547" y="211755"/>
                  </a:lnTo>
                  <a:lnTo>
                    <a:pt x="13268" y="257798"/>
                  </a:lnTo>
                  <a:lnTo>
                    <a:pt x="37189" y="299138"/>
                  </a:lnTo>
                  <a:lnTo>
                    <a:pt x="71336" y="333453"/>
                  </a:lnTo>
                  <a:lnTo>
                    <a:pt x="114736" y="358421"/>
                  </a:lnTo>
                  <a:lnTo>
                    <a:pt x="163181" y="371032"/>
                  </a:lnTo>
                  <a:lnTo>
                    <a:pt x="211564" y="370482"/>
                  </a:lnTo>
                  <a:lnTo>
                    <a:pt x="257566" y="357748"/>
                  </a:lnTo>
                  <a:lnTo>
                    <a:pt x="298868" y="333805"/>
                  </a:lnTo>
                  <a:lnTo>
                    <a:pt x="333149" y="299627"/>
                  </a:lnTo>
                  <a:lnTo>
                    <a:pt x="358090" y="256191"/>
                  </a:lnTo>
                  <a:lnTo>
                    <a:pt x="370690" y="207701"/>
                  </a:lnTo>
                  <a:lnTo>
                    <a:pt x="370142" y="159272"/>
                  </a:lnTo>
                  <a:lnTo>
                    <a:pt x="357422" y="113226"/>
                  </a:lnTo>
                  <a:lnTo>
                    <a:pt x="333503" y="71886"/>
                  </a:lnTo>
                  <a:lnTo>
                    <a:pt x="299359" y="37575"/>
                  </a:lnTo>
                  <a:lnTo>
                    <a:pt x="255963" y="12615"/>
                  </a:lnTo>
                  <a:lnTo>
                    <a:pt x="207514" y="0"/>
                  </a:lnTo>
                  <a:close/>
                </a:path>
              </a:pathLst>
            </a:custGeom>
            <a:solidFill>
              <a:srgbClr val="FFFFFF">
                <a:alpha val="20829"/>
              </a:srgbClr>
            </a:solidFill>
          </p:spPr>
          <p:txBody>
            <a:bodyPr wrap="square" lIns="0" tIns="0" rIns="0" bIns="0" rtlCol="0"/>
            <a:lstStyle/>
            <a:p>
              <a:endParaRPr/>
            </a:p>
          </p:txBody>
        </p:sp>
        <p:sp>
          <p:nvSpPr>
            <p:cNvPr id="17" name="object 17">
              <a:extLst>
                <a:ext uri="{FF2B5EF4-FFF2-40B4-BE49-F238E27FC236}">
                  <a16:creationId xmlns:a16="http://schemas.microsoft.com/office/drawing/2014/main" id="{052CF073-378F-4586-8EE5-D9C1A725C041}"/>
                </a:ext>
              </a:extLst>
            </p:cNvPr>
            <p:cNvSpPr/>
            <p:nvPr userDrawn="1"/>
          </p:nvSpPr>
          <p:spPr>
            <a:xfrm>
              <a:off x="130270" y="7502118"/>
              <a:ext cx="370840" cy="370840"/>
            </a:xfrm>
            <a:custGeom>
              <a:avLst/>
              <a:gdLst/>
              <a:ahLst/>
              <a:cxnLst/>
              <a:rect l="l" t="t" r="r" b="b"/>
              <a:pathLst>
                <a:path w="370840" h="370840">
                  <a:moveTo>
                    <a:pt x="162645" y="0"/>
                  </a:moveTo>
                  <a:lnTo>
                    <a:pt x="116389" y="11773"/>
                  </a:lnTo>
                  <a:lnTo>
                    <a:pt x="74100" y="35308"/>
                  </a:lnTo>
                  <a:lnTo>
                    <a:pt x="38276" y="70301"/>
                  </a:lnTo>
                  <a:lnTo>
                    <a:pt x="12952" y="113520"/>
                  </a:lnTo>
                  <a:lnTo>
                    <a:pt x="295" y="160266"/>
                  </a:lnTo>
                  <a:lnTo>
                    <a:pt x="0" y="208038"/>
                  </a:lnTo>
                  <a:lnTo>
                    <a:pt x="11761" y="254337"/>
                  </a:lnTo>
                  <a:lnTo>
                    <a:pt x="35275" y="296665"/>
                  </a:lnTo>
                  <a:lnTo>
                    <a:pt x="70235" y="332522"/>
                  </a:lnTo>
                  <a:lnTo>
                    <a:pt x="113416" y="357866"/>
                  </a:lnTo>
                  <a:lnTo>
                    <a:pt x="160120" y="370533"/>
                  </a:lnTo>
                  <a:lnTo>
                    <a:pt x="207850" y="370828"/>
                  </a:lnTo>
                  <a:lnTo>
                    <a:pt x="254108" y="359055"/>
                  </a:lnTo>
                  <a:lnTo>
                    <a:pt x="296396" y="335519"/>
                  </a:lnTo>
                  <a:lnTo>
                    <a:pt x="332217" y="300523"/>
                  </a:lnTo>
                  <a:lnTo>
                    <a:pt x="357541" y="257303"/>
                  </a:lnTo>
                  <a:lnTo>
                    <a:pt x="370198" y="210558"/>
                  </a:lnTo>
                  <a:lnTo>
                    <a:pt x="370492" y="162786"/>
                  </a:lnTo>
                  <a:lnTo>
                    <a:pt x="358729" y="116486"/>
                  </a:lnTo>
                  <a:lnTo>
                    <a:pt x="335212" y="74158"/>
                  </a:lnTo>
                  <a:lnTo>
                    <a:pt x="300248" y="38301"/>
                  </a:lnTo>
                  <a:lnTo>
                    <a:pt x="257072" y="12959"/>
                  </a:lnTo>
                  <a:lnTo>
                    <a:pt x="210372" y="293"/>
                  </a:lnTo>
                  <a:lnTo>
                    <a:pt x="162645" y="0"/>
                  </a:lnTo>
                  <a:close/>
                </a:path>
              </a:pathLst>
            </a:custGeom>
            <a:solidFill>
              <a:srgbClr val="FFFFFF">
                <a:alpha val="2624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CE95AC59-141D-49E5-B81F-6363AD6BB129}"/>
                </a:ext>
              </a:extLst>
            </p:cNvPr>
            <p:cNvSpPr/>
            <p:nvPr userDrawn="1"/>
          </p:nvSpPr>
          <p:spPr>
            <a:xfrm>
              <a:off x="6" y="3741446"/>
              <a:ext cx="192405" cy="374015"/>
            </a:xfrm>
            <a:custGeom>
              <a:avLst/>
              <a:gdLst/>
              <a:ahLst/>
              <a:cxnLst/>
              <a:rect l="l" t="t" r="r" b="b"/>
              <a:pathLst>
                <a:path w="192405" h="374014">
                  <a:moveTo>
                    <a:pt x="0" y="0"/>
                  </a:moveTo>
                  <a:lnTo>
                    <a:pt x="0" y="373413"/>
                  </a:lnTo>
                  <a:lnTo>
                    <a:pt x="38929" y="370492"/>
                  </a:lnTo>
                  <a:lnTo>
                    <a:pt x="76612" y="359471"/>
                  </a:lnTo>
                  <a:lnTo>
                    <a:pt x="111669" y="340404"/>
                  </a:lnTo>
                  <a:lnTo>
                    <a:pt x="142724" y="313347"/>
                  </a:lnTo>
                  <a:lnTo>
                    <a:pt x="171458" y="272323"/>
                  </a:lnTo>
                  <a:lnTo>
                    <a:pt x="187854" y="226758"/>
                  </a:lnTo>
                  <a:lnTo>
                    <a:pt x="192012" y="179168"/>
                  </a:lnTo>
                  <a:lnTo>
                    <a:pt x="184034" y="132069"/>
                  </a:lnTo>
                  <a:lnTo>
                    <a:pt x="164021" y="87976"/>
                  </a:lnTo>
                  <a:lnTo>
                    <a:pt x="132074" y="49406"/>
                  </a:lnTo>
                  <a:lnTo>
                    <a:pt x="69681" y="11242"/>
                  </a:lnTo>
                  <a:lnTo>
                    <a:pt x="0" y="0"/>
                  </a:lnTo>
                  <a:close/>
                </a:path>
              </a:pathLst>
            </a:custGeom>
            <a:solidFill>
              <a:srgbClr val="FFFFFF">
                <a:alpha val="58749"/>
              </a:srgbClr>
            </a:solidFill>
          </p:spPr>
          <p:txBody>
            <a:bodyPr wrap="square" lIns="0" tIns="0" rIns="0" bIns="0" rtlCol="0"/>
            <a:lstStyle/>
            <a:p>
              <a:endParaRPr/>
            </a:p>
          </p:txBody>
        </p:sp>
        <p:sp>
          <p:nvSpPr>
            <p:cNvPr id="19" name="object 19">
              <a:extLst>
                <a:ext uri="{FF2B5EF4-FFF2-40B4-BE49-F238E27FC236}">
                  <a16:creationId xmlns:a16="http://schemas.microsoft.com/office/drawing/2014/main" id="{55B9EE7B-7FF6-42FC-B581-22345456A213}"/>
                </a:ext>
              </a:extLst>
            </p:cNvPr>
            <p:cNvSpPr/>
            <p:nvPr userDrawn="1"/>
          </p:nvSpPr>
          <p:spPr>
            <a:xfrm>
              <a:off x="365636" y="3290349"/>
              <a:ext cx="373380" cy="374015"/>
            </a:xfrm>
            <a:custGeom>
              <a:avLst/>
              <a:gdLst/>
              <a:ahLst/>
              <a:cxnLst/>
              <a:rect l="l" t="t" r="r" b="b"/>
              <a:pathLst>
                <a:path w="373380" h="374014">
                  <a:moveTo>
                    <a:pt x="182446" y="0"/>
                  </a:moveTo>
                  <a:lnTo>
                    <a:pt x="134616" y="7328"/>
                  </a:lnTo>
                  <a:lnTo>
                    <a:pt x="88862" y="27651"/>
                  </a:lnTo>
                  <a:lnTo>
                    <a:pt x="50091" y="59341"/>
                  </a:lnTo>
                  <a:lnTo>
                    <a:pt x="21968" y="98751"/>
                  </a:lnTo>
                  <a:lnTo>
                    <a:pt x="5076" y="143431"/>
                  </a:lnTo>
                  <a:lnTo>
                    <a:pt x="0" y="190931"/>
                  </a:lnTo>
                  <a:lnTo>
                    <a:pt x="7322" y="238804"/>
                  </a:lnTo>
                  <a:lnTo>
                    <a:pt x="27626" y="284600"/>
                  </a:lnTo>
                  <a:lnTo>
                    <a:pt x="59287" y="323407"/>
                  </a:lnTo>
                  <a:lnTo>
                    <a:pt x="98661" y="351557"/>
                  </a:lnTo>
                  <a:lnTo>
                    <a:pt x="143300" y="368464"/>
                  </a:lnTo>
                  <a:lnTo>
                    <a:pt x="190758" y="373545"/>
                  </a:lnTo>
                  <a:lnTo>
                    <a:pt x="238587" y="366216"/>
                  </a:lnTo>
                  <a:lnTo>
                    <a:pt x="284341" y="345893"/>
                  </a:lnTo>
                  <a:lnTo>
                    <a:pt x="323113" y="314202"/>
                  </a:lnTo>
                  <a:lnTo>
                    <a:pt x="351238" y="274793"/>
                  </a:lnTo>
                  <a:lnTo>
                    <a:pt x="368131" y="230113"/>
                  </a:lnTo>
                  <a:lnTo>
                    <a:pt x="373208" y="182612"/>
                  </a:lnTo>
                  <a:lnTo>
                    <a:pt x="365885" y="134739"/>
                  </a:lnTo>
                  <a:lnTo>
                    <a:pt x="345577" y="88943"/>
                  </a:lnTo>
                  <a:lnTo>
                    <a:pt x="313916" y="50137"/>
                  </a:lnTo>
                  <a:lnTo>
                    <a:pt x="274542" y="21988"/>
                  </a:lnTo>
                  <a:lnTo>
                    <a:pt x="229903" y="5081"/>
                  </a:lnTo>
                  <a:lnTo>
                    <a:pt x="182446" y="0"/>
                  </a:lnTo>
                  <a:close/>
                </a:path>
              </a:pathLst>
            </a:custGeom>
            <a:solidFill>
              <a:srgbClr val="FFFFFF">
                <a:alpha val="64169"/>
              </a:srgbClr>
            </a:solidFill>
          </p:spPr>
          <p:txBody>
            <a:bodyPr wrap="square" lIns="0" tIns="0" rIns="0" bIns="0" rtlCol="0"/>
            <a:lstStyle/>
            <a:p>
              <a:endParaRPr/>
            </a:p>
          </p:txBody>
        </p:sp>
        <p:sp>
          <p:nvSpPr>
            <p:cNvPr id="20" name="object 20">
              <a:extLst>
                <a:ext uri="{FF2B5EF4-FFF2-40B4-BE49-F238E27FC236}">
                  <a16:creationId xmlns:a16="http://schemas.microsoft.com/office/drawing/2014/main" id="{330D0191-F8AF-42A4-AF89-F8C14170B4B9}"/>
                </a:ext>
              </a:extLst>
            </p:cNvPr>
            <p:cNvSpPr/>
            <p:nvPr userDrawn="1"/>
          </p:nvSpPr>
          <p:spPr>
            <a:xfrm>
              <a:off x="1004213" y="3010067"/>
              <a:ext cx="373380" cy="374015"/>
            </a:xfrm>
            <a:custGeom>
              <a:avLst/>
              <a:gdLst/>
              <a:ahLst/>
              <a:cxnLst/>
              <a:rect l="l" t="t" r="r" b="b"/>
              <a:pathLst>
                <a:path w="373380" h="374014">
                  <a:moveTo>
                    <a:pt x="185553" y="0"/>
                  </a:moveTo>
                  <a:lnTo>
                    <a:pt x="135996" y="7058"/>
                  </a:lnTo>
                  <a:lnTo>
                    <a:pt x="90059" y="26960"/>
                  </a:lnTo>
                  <a:lnTo>
                    <a:pt x="52262" y="57197"/>
                  </a:lnTo>
                  <a:lnTo>
                    <a:pt x="23833" y="95571"/>
                  </a:lnTo>
                  <a:lnTo>
                    <a:pt x="6003" y="139885"/>
                  </a:lnTo>
                  <a:lnTo>
                    <a:pt x="0" y="187941"/>
                  </a:lnTo>
                  <a:lnTo>
                    <a:pt x="7052" y="237543"/>
                  </a:lnTo>
                  <a:lnTo>
                    <a:pt x="26936" y="283523"/>
                  </a:lnTo>
                  <a:lnTo>
                    <a:pt x="57145" y="321354"/>
                  </a:lnTo>
                  <a:lnTo>
                    <a:pt x="95483" y="349808"/>
                  </a:lnTo>
                  <a:lnTo>
                    <a:pt x="139757" y="367655"/>
                  </a:lnTo>
                  <a:lnTo>
                    <a:pt x="187770" y="373664"/>
                  </a:lnTo>
                  <a:lnTo>
                    <a:pt x="237327" y="366605"/>
                  </a:lnTo>
                  <a:lnTo>
                    <a:pt x="283265" y="346703"/>
                  </a:lnTo>
                  <a:lnTo>
                    <a:pt x="321063" y="316467"/>
                  </a:lnTo>
                  <a:lnTo>
                    <a:pt x="349493" y="278093"/>
                  </a:lnTo>
                  <a:lnTo>
                    <a:pt x="367324" y="233779"/>
                  </a:lnTo>
                  <a:lnTo>
                    <a:pt x="373326" y="185722"/>
                  </a:lnTo>
                  <a:lnTo>
                    <a:pt x="366270" y="136120"/>
                  </a:lnTo>
                  <a:lnTo>
                    <a:pt x="346387" y="90141"/>
                  </a:lnTo>
                  <a:lnTo>
                    <a:pt x="316178" y="52309"/>
                  </a:lnTo>
                  <a:lnTo>
                    <a:pt x="277839" y="23855"/>
                  </a:lnTo>
                  <a:lnTo>
                    <a:pt x="233566" y="6008"/>
                  </a:lnTo>
                  <a:lnTo>
                    <a:pt x="185553" y="0"/>
                  </a:lnTo>
                  <a:close/>
                </a:path>
              </a:pathLst>
            </a:custGeom>
            <a:solidFill>
              <a:srgbClr val="FFFFFF">
                <a:alpha val="69578"/>
              </a:srgbClr>
            </a:solidFill>
          </p:spPr>
          <p:txBody>
            <a:bodyPr wrap="square" lIns="0" tIns="0" rIns="0" bIns="0" rtlCol="0"/>
            <a:lstStyle/>
            <a:p>
              <a:endParaRPr/>
            </a:p>
          </p:txBody>
        </p:sp>
        <p:sp>
          <p:nvSpPr>
            <p:cNvPr id="21" name="object 21">
              <a:extLst>
                <a:ext uri="{FF2B5EF4-FFF2-40B4-BE49-F238E27FC236}">
                  <a16:creationId xmlns:a16="http://schemas.microsoft.com/office/drawing/2014/main" id="{B2E94F4F-9299-493C-8DE7-F148FB93EDAA}"/>
                </a:ext>
              </a:extLst>
            </p:cNvPr>
            <p:cNvSpPr/>
            <p:nvPr userDrawn="1"/>
          </p:nvSpPr>
          <p:spPr>
            <a:xfrm>
              <a:off x="1703742" y="291388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3"/>
                  </a:lnTo>
                  <a:lnTo>
                    <a:pt x="25478" y="281062"/>
                  </a:lnTo>
                  <a:lnTo>
                    <a:pt x="54659" y="318867"/>
                  </a:lnTo>
                  <a:lnTo>
                    <a:pt x="92428" y="348076"/>
                  </a:lnTo>
                  <a:lnTo>
                    <a:pt x="137008" y="366907"/>
                  </a:lnTo>
                  <a:lnTo>
                    <a:pt x="186620" y="373580"/>
                  </a:lnTo>
                  <a:lnTo>
                    <a:pt x="236232" y="366907"/>
                  </a:lnTo>
                  <a:lnTo>
                    <a:pt x="280811" y="348076"/>
                  </a:lnTo>
                  <a:lnTo>
                    <a:pt x="318581" y="318867"/>
                  </a:lnTo>
                  <a:lnTo>
                    <a:pt x="347761" y="281062"/>
                  </a:lnTo>
                  <a:lnTo>
                    <a:pt x="366573" y="236443"/>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75000"/>
              </a:srgbClr>
            </a:solidFill>
          </p:spPr>
          <p:txBody>
            <a:bodyPr wrap="square" lIns="0" tIns="0" rIns="0" bIns="0" rtlCol="0"/>
            <a:lstStyle/>
            <a:p>
              <a:endParaRPr/>
            </a:p>
          </p:txBody>
        </p:sp>
        <p:sp>
          <p:nvSpPr>
            <p:cNvPr id="22" name="object 22">
              <a:extLst>
                <a:ext uri="{FF2B5EF4-FFF2-40B4-BE49-F238E27FC236}">
                  <a16:creationId xmlns:a16="http://schemas.microsoft.com/office/drawing/2014/main" id="{A1524399-8984-4F80-9EB9-8F76F7B2D886}"/>
                </a:ext>
              </a:extLst>
            </p:cNvPr>
            <p:cNvSpPr/>
            <p:nvPr userDrawn="1"/>
          </p:nvSpPr>
          <p:spPr>
            <a:xfrm>
              <a:off x="2118817" y="7162059"/>
              <a:ext cx="373380" cy="374015"/>
            </a:xfrm>
            <a:custGeom>
              <a:avLst/>
              <a:gdLst/>
              <a:ahLst/>
              <a:cxnLst/>
              <a:rect l="l" t="t" r="r" b="b"/>
              <a:pathLst>
                <a:path w="373380" h="374015">
                  <a:moveTo>
                    <a:pt x="191996" y="0"/>
                  </a:moveTo>
                  <a:lnTo>
                    <a:pt x="142221" y="5324"/>
                  </a:lnTo>
                  <a:lnTo>
                    <a:pt x="95619" y="23610"/>
                  </a:lnTo>
                  <a:lnTo>
                    <a:pt x="56791" y="52508"/>
                  </a:lnTo>
                  <a:lnTo>
                    <a:pt x="27041" y="89864"/>
                  </a:lnTo>
                  <a:lnTo>
                    <a:pt x="7676" y="133528"/>
                  </a:lnTo>
                  <a:lnTo>
                    <a:pt x="0" y="181346"/>
                  </a:lnTo>
                  <a:lnTo>
                    <a:pt x="5318" y="231166"/>
                  </a:lnTo>
                  <a:lnTo>
                    <a:pt x="23588" y="277810"/>
                  </a:lnTo>
                  <a:lnTo>
                    <a:pt x="52459" y="316674"/>
                  </a:lnTo>
                  <a:lnTo>
                    <a:pt x="89781" y="346451"/>
                  </a:lnTo>
                  <a:lnTo>
                    <a:pt x="133405" y="365834"/>
                  </a:lnTo>
                  <a:lnTo>
                    <a:pt x="181180" y="373517"/>
                  </a:lnTo>
                  <a:lnTo>
                    <a:pt x="230954" y="368193"/>
                  </a:lnTo>
                  <a:lnTo>
                    <a:pt x="277556" y="349904"/>
                  </a:lnTo>
                  <a:lnTo>
                    <a:pt x="316384" y="321006"/>
                  </a:lnTo>
                  <a:lnTo>
                    <a:pt x="346134" y="283650"/>
                  </a:lnTo>
                  <a:lnTo>
                    <a:pt x="365500" y="239988"/>
                  </a:lnTo>
                  <a:lnTo>
                    <a:pt x="373176" y="192171"/>
                  </a:lnTo>
                  <a:lnTo>
                    <a:pt x="367857" y="142351"/>
                  </a:lnTo>
                  <a:lnTo>
                    <a:pt x="349588" y="95703"/>
                  </a:lnTo>
                  <a:lnTo>
                    <a:pt x="320717" y="56839"/>
                  </a:lnTo>
                  <a:lnTo>
                    <a:pt x="283394" y="27063"/>
                  </a:lnTo>
                  <a:lnTo>
                    <a:pt x="239770" y="7681"/>
                  </a:lnTo>
                  <a:lnTo>
                    <a:pt x="191996" y="0"/>
                  </a:lnTo>
                  <a:close/>
                </a:path>
              </a:pathLst>
            </a:custGeom>
            <a:solidFill>
              <a:srgbClr val="FFFFFF">
                <a:alpha val="9999"/>
              </a:srgbClr>
            </a:solidFill>
          </p:spPr>
          <p:txBody>
            <a:bodyPr wrap="square" lIns="0" tIns="0" rIns="0" bIns="0" rtlCol="0"/>
            <a:lstStyle/>
            <a:p>
              <a:endParaRPr/>
            </a:p>
          </p:txBody>
        </p:sp>
        <p:sp>
          <p:nvSpPr>
            <p:cNvPr id="23" name="object 23">
              <a:extLst>
                <a:ext uri="{FF2B5EF4-FFF2-40B4-BE49-F238E27FC236}">
                  <a16:creationId xmlns:a16="http://schemas.microsoft.com/office/drawing/2014/main" id="{0BC29067-73E6-4F3E-B55E-4FEF2A0E46DA}"/>
                </a:ext>
              </a:extLst>
            </p:cNvPr>
            <p:cNvSpPr/>
            <p:nvPr userDrawn="1"/>
          </p:nvSpPr>
          <p:spPr>
            <a:xfrm>
              <a:off x="1471181" y="7197873"/>
              <a:ext cx="370205" cy="370840"/>
            </a:xfrm>
            <a:custGeom>
              <a:avLst/>
              <a:gdLst/>
              <a:ahLst/>
              <a:cxnLst/>
              <a:rect l="l" t="t" r="r" b="b"/>
              <a:pathLst>
                <a:path w="370205" h="370840">
                  <a:moveTo>
                    <a:pt x="159741" y="0"/>
                  </a:moveTo>
                  <a:lnTo>
                    <a:pt x="113056" y="12720"/>
                  </a:lnTo>
                  <a:lnTo>
                    <a:pt x="71739" y="36633"/>
                  </a:lnTo>
                  <a:lnTo>
                    <a:pt x="37791" y="70212"/>
                  </a:lnTo>
                  <a:lnTo>
                    <a:pt x="13211" y="111927"/>
                  </a:lnTo>
                  <a:lnTo>
                    <a:pt x="99" y="159889"/>
                  </a:lnTo>
                  <a:lnTo>
                    <a:pt x="0" y="210357"/>
                  </a:lnTo>
                  <a:lnTo>
                    <a:pt x="12708" y="257087"/>
                  </a:lnTo>
                  <a:lnTo>
                    <a:pt x="36600" y="298442"/>
                  </a:lnTo>
                  <a:lnTo>
                    <a:pt x="70148" y="332420"/>
                  </a:lnTo>
                  <a:lnTo>
                    <a:pt x="111825" y="357023"/>
                  </a:lnTo>
                  <a:lnTo>
                    <a:pt x="160106" y="370248"/>
                  </a:lnTo>
                  <a:lnTo>
                    <a:pt x="210164" y="370248"/>
                  </a:lnTo>
                  <a:lnTo>
                    <a:pt x="256851" y="357528"/>
                  </a:lnTo>
                  <a:lnTo>
                    <a:pt x="298170" y="333615"/>
                  </a:lnTo>
                  <a:lnTo>
                    <a:pt x="332120" y="300036"/>
                  </a:lnTo>
                  <a:lnTo>
                    <a:pt x="356700" y="258321"/>
                  </a:lnTo>
                  <a:lnTo>
                    <a:pt x="369811" y="210357"/>
                  </a:lnTo>
                  <a:lnTo>
                    <a:pt x="369911" y="159889"/>
                  </a:lnTo>
                  <a:lnTo>
                    <a:pt x="357201" y="113158"/>
                  </a:lnTo>
                  <a:lnTo>
                    <a:pt x="333309" y="71802"/>
                  </a:lnTo>
                  <a:lnTo>
                    <a:pt x="299759" y="37823"/>
                  </a:lnTo>
                  <a:lnTo>
                    <a:pt x="258079" y="13222"/>
                  </a:lnTo>
                  <a:lnTo>
                    <a:pt x="209793" y="0"/>
                  </a:lnTo>
                  <a:lnTo>
                    <a:pt x="159741" y="0"/>
                  </a:lnTo>
                  <a:close/>
                </a:path>
              </a:pathLst>
            </a:custGeom>
            <a:solidFill>
              <a:srgbClr val="FFFFFF">
                <a:alpha val="14439"/>
              </a:srgbClr>
            </a:solidFill>
          </p:spPr>
          <p:txBody>
            <a:bodyPr wrap="square" lIns="0" tIns="0" rIns="0" bIns="0" rtlCol="0"/>
            <a:lstStyle/>
            <a:p>
              <a:endParaRPr/>
            </a:p>
          </p:txBody>
        </p:sp>
        <p:sp>
          <p:nvSpPr>
            <p:cNvPr id="24" name="object 24">
              <a:extLst>
                <a:ext uri="{FF2B5EF4-FFF2-40B4-BE49-F238E27FC236}">
                  <a16:creationId xmlns:a16="http://schemas.microsoft.com/office/drawing/2014/main" id="{2481671A-CAE0-485F-8BAC-C189E9EB698F}"/>
                </a:ext>
              </a:extLst>
            </p:cNvPr>
            <p:cNvSpPr/>
            <p:nvPr userDrawn="1"/>
          </p:nvSpPr>
          <p:spPr>
            <a:xfrm>
              <a:off x="859241" y="6992732"/>
              <a:ext cx="373380" cy="374015"/>
            </a:xfrm>
            <a:custGeom>
              <a:avLst/>
              <a:gdLst/>
              <a:ahLst/>
              <a:cxnLst/>
              <a:rect l="l" t="t" r="r" b="b"/>
              <a:pathLst>
                <a:path w="373380" h="374015">
                  <a:moveTo>
                    <a:pt x="183168" y="0"/>
                  </a:moveTo>
                  <a:lnTo>
                    <a:pt x="135954" y="7012"/>
                  </a:lnTo>
                  <a:lnTo>
                    <a:pt x="92039" y="25725"/>
                  </a:lnTo>
                  <a:lnTo>
                    <a:pt x="53843" y="55456"/>
                  </a:lnTo>
                  <a:lnTo>
                    <a:pt x="23787" y="95521"/>
                  </a:lnTo>
                  <a:lnTo>
                    <a:pt x="5365" y="142107"/>
                  </a:lnTo>
                  <a:lnTo>
                    <a:pt x="0" y="190238"/>
                  </a:lnTo>
                  <a:lnTo>
                    <a:pt x="7008" y="237493"/>
                  </a:lnTo>
                  <a:lnTo>
                    <a:pt x="25707" y="281448"/>
                  </a:lnTo>
                  <a:lnTo>
                    <a:pt x="55412" y="319680"/>
                  </a:lnTo>
                  <a:lnTo>
                    <a:pt x="95442" y="349767"/>
                  </a:lnTo>
                  <a:lnTo>
                    <a:pt x="141985" y="368202"/>
                  </a:lnTo>
                  <a:lnTo>
                    <a:pt x="190072" y="373571"/>
                  </a:lnTo>
                  <a:lnTo>
                    <a:pt x="237283" y="366558"/>
                  </a:lnTo>
                  <a:lnTo>
                    <a:pt x="281196" y="347843"/>
                  </a:lnTo>
                  <a:lnTo>
                    <a:pt x="319390" y="318112"/>
                  </a:lnTo>
                  <a:lnTo>
                    <a:pt x="349446" y="278047"/>
                  </a:lnTo>
                  <a:lnTo>
                    <a:pt x="367868" y="231461"/>
                  </a:lnTo>
                  <a:lnTo>
                    <a:pt x="373236" y="183330"/>
                  </a:lnTo>
                  <a:lnTo>
                    <a:pt x="366230" y="136076"/>
                  </a:lnTo>
                  <a:lnTo>
                    <a:pt x="347533" y="92123"/>
                  </a:lnTo>
                  <a:lnTo>
                    <a:pt x="317829" y="53894"/>
                  </a:lnTo>
                  <a:lnTo>
                    <a:pt x="277801" y="23811"/>
                  </a:lnTo>
                  <a:lnTo>
                    <a:pt x="231257" y="5372"/>
                  </a:lnTo>
                  <a:lnTo>
                    <a:pt x="183168" y="0"/>
                  </a:lnTo>
                  <a:close/>
                </a:path>
              </a:pathLst>
            </a:custGeom>
            <a:solidFill>
              <a:srgbClr val="FFFFFF">
                <a:alpha val="18888"/>
              </a:srgbClr>
            </a:solidFill>
          </p:spPr>
          <p:txBody>
            <a:bodyPr wrap="square" lIns="0" tIns="0" rIns="0" bIns="0" rtlCol="0"/>
            <a:lstStyle/>
            <a:p>
              <a:endParaRPr/>
            </a:p>
          </p:txBody>
        </p:sp>
        <p:sp>
          <p:nvSpPr>
            <p:cNvPr id="25" name="object 25">
              <a:extLst>
                <a:ext uri="{FF2B5EF4-FFF2-40B4-BE49-F238E27FC236}">
                  <a16:creationId xmlns:a16="http://schemas.microsoft.com/office/drawing/2014/main" id="{C2C50100-E191-42DB-9260-FD8CD20B0EED}"/>
                </a:ext>
              </a:extLst>
            </p:cNvPr>
            <p:cNvSpPr/>
            <p:nvPr userDrawn="1"/>
          </p:nvSpPr>
          <p:spPr>
            <a:xfrm>
              <a:off x="361342" y="6573948"/>
              <a:ext cx="371475" cy="372110"/>
            </a:xfrm>
            <a:custGeom>
              <a:avLst/>
              <a:gdLst/>
              <a:ahLst/>
              <a:cxnLst/>
              <a:rect l="l" t="t" r="r" b="b"/>
              <a:pathLst>
                <a:path w="371475" h="372109">
                  <a:moveTo>
                    <a:pt x="204330" y="0"/>
                  </a:moveTo>
                  <a:lnTo>
                    <a:pt x="156620" y="1313"/>
                  </a:lnTo>
                  <a:lnTo>
                    <a:pt x="110199" y="14976"/>
                  </a:lnTo>
                  <a:lnTo>
                    <a:pt x="67568" y="41239"/>
                  </a:lnTo>
                  <a:lnTo>
                    <a:pt x="33380" y="77835"/>
                  </a:lnTo>
                  <a:lnTo>
                    <a:pt x="10773" y="120653"/>
                  </a:lnTo>
                  <a:lnTo>
                    <a:pt x="0" y="167191"/>
                  </a:lnTo>
                  <a:lnTo>
                    <a:pt x="1312" y="214943"/>
                  </a:lnTo>
                  <a:lnTo>
                    <a:pt x="14962" y="261404"/>
                  </a:lnTo>
                  <a:lnTo>
                    <a:pt x="41202" y="304069"/>
                  </a:lnTo>
                  <a:lnTo>
                    <a:pt x="77764" y="338296"/>
                  </a:lnTo>
                  <a:lnTo>
                    <a:pt x="120546" y="360926"/>
                  </a:lnTo>
                  <a:lnTo>
                    <a:pt x="167043" y="371708"/>
                  </a:lnTo>
                  <a:lnTo>
                    <a:pt x="214754" y="370393"/>
                  </a:lnTo>
                  <a:lnTo>
                    <a:pt x="261175" y="356731"/>
                  </a:lnTo>
                  <a:lnTo>
                    <a:pt x="303801" y="330470"/>
                  </a:lnTo>
                  <a:lnTo>
                    <a:pt x="337994" y="293875"/>
                  </a:lnTo>
                  <a:lnTo>
                    <a:pt x="360602" y="251054"/>
                  </a:lnTo>
                  <a:lnTo>
                    <a:pt x="371374" y="204513"/>
                  </a:lnTo>
                  <a:lnTo>
                    <a:pt x="370060" y="156759"/>
                  </a:lnTo>
                  <a:lnTo>
                    <a:pt x="356408" y="110296"/>
                  </a:lnTo>
                  <a:lnTo>
                    <a:pt x="330168" y="67630"/>
                  </a:lnTo>
                  <a:lnTo>
                    <a:pt x="293607" y="33410"/>
                  </a:lnTo>
                  <a:lnTo>
                    <a:pt x="250827" y="10783"/>
                  </a:lnTo>
                  <a:lnTo>
                    <a:pt x="204330" y="0"/>
                  </a:lnTo>
                  <a:close/>
                </a:path>
              </a:pathLst>
            </a:custGeom>
            <a:solidFill>
              <a:srgbClr val="FFFFFF">
                <a:alpha val="23329"/>
              </a:srgbClr>
            </a:solidFill>
          </p:spPr>
          <p:txBody>
            <a:bodyPr wrap="square" lIns="0" tIns="0" rIns="0" bIns="0" rtlCol="0"/>
            <a:lstStyle/>
            <a:p>
              <a:endParaRPr/>
            </a:p>
          </p:txBody>
        </p:sp>
        <p:sp>
          <p:nvSpPr>
            <p:cNvPr id="26" name="object 26">
              <a:extLst>
                <a:ext uri="{FF2B5EF4-FFF2-40B4-BE49-F238E27FC236}">
                  <a16:creationId xmlns:a16="http://schemas.microsoft.com/office/drawing/2014/main" id="{90B5D792-EABA-4F2B-B82E-916253E81216}"/>
                </a:ext>
              </a:extLst>
            </p:cNvPr>
            <p:cNvSpPr/>
            <p:nvPr userDrawn="1"/>
          </p:nvSpPr>
          <p:spPr>
            <a:xfrm>
              <a:off x="53126" y="6006713"/>
              <a:ext cx="373380" cy="374015"/>
            </a:xfrm>
            <a:custGeom>
              <a:avLst/>
              <a:gdLst/>
              <a:ahLst/>
              <a:cxnLst/>
              <a:rect l="l" t="t" r="r" b="b"/>
              <a:pathLst>
                <a:path w="373380" h="374014">
                  <a:moveTo>
                    <a:pt x="179135" y="0"/>
                  </a:moveTo>
                  <a:lnTo>
                    <a:pt x="129842" y="8722"/>
                  </a:lnTo>
                  <a:lnTo>
                    <a:pt x="84600" y="30159"/>
                  </a:lnTo>
                  <a:lnTo>
                    <a:pt x="47840" y="61651"/>
                  </a:lnTo>
                  <a:lnTo>
                    <a:pt x="20718" y="100960"/>
                  </a:lnTo>
                  <a:lnTo>
                    <a:pt x="4387" y="145850"/>
                  </a:lnTo>
                  <a:lnTo>
                    <a:pt x="0" y="194082"/>
                  </a:lnTo>
                  <a:lnTo>
                    <a:pt x="8710" y="243420"/>
                  </a:lnTo>
                  <a:lnTo>
                    <a:pt x="30131" y="288704"/>
                  </a:lnTo>
                  <a:lnTo>
                    <a:pt x="61595" y="325497"/>
                  </a:lnTo>
                  <a:lnTo>
                    <a:pt x="100868" y="352644"/>
                  </a:lnTo>
                  <a:lnTo>
                    <a:pt x="145715" y="368991"/>
                  </a:lnTo>
                  <a:lnTo>
                    <a:pt x="193902" y="373382"/>
                  </a:lnTo>
                  <a:lnTo>
                    <a:pt x="243195" y="364664"/>
                  </a:lnTo>
                  <a:lnTo>
                    <a:pt x="288438" y="343226"/>
                  </a:lnTo>
                  <a:lnTo>
                    <a:pt x="325199" y="311734"/>
                  </a:lnTo>
                  <a:lnTo>
                    <a:pt x="352323" y="272425"/>
                  </a:lnTo>
                  <a:lnTo>
                    <a:pt x="368655" y="227535"/>
                  </a:lnTo>
                  <a:lnTo>
                    <a:pt x="373041" y="179303"/>
                  </a:lnTo>
                  <a:lnTo>
                    <a:pt x="364327" y="129965"/>
                  </a:lnTo>
                  <a:lnTo>
                    <a:pt x="342910" y="84680"/>
                  </a:lnTo>
                  <a:lnTo>
                    <a:pt x="311446" y="47885"/>
                  </a:lnTo>
                  <a:lnTo>
                    <a:pt x="272173" y="20737"/>
                  </a:lnTo>
                  <a:lnTo>
                    <a:pt x="227324" y="4390"/>
                  </a:lnTo>
                  <a:lnTo>
                    <a:pt x="179135" y="0"/>
                  </a:lnTo>
                  <a:close/>
                </a:path>
              </a:pathLst>
            </a:custGeom>
            <a:solidFill>
              <a:srgbClr val="FFFFFF">
                <a:alpha val="27778"/>
              </a:srgbClr>
            </a:solidFill>
          </p:spPr>
          <p:txBody>
            <a:bodyPr wrap="square" lIns="0" tIns="0" rIns="0" bIns="0" rtlCol="0"/>
            <a:lstStyle/>
            <a:p>
              <a:endParaRPr/>
            </a:p>
          </p:txBody>
        </p:sp>
        <p:sp>
          <p:nvSpPr>
            <p:cNvPr id="27" name="object 27">
              <a:extLst>
                <a:ext uri="{FF2B5EF4-FFF2-40B4-BE49-F238E27FC236}">
                  <a16:creationId xmlns:a16="http://schemas.microsoft.com/office/drawing/2014/main" id="{68304A63-C276-4CC7-A61B-9014790636D2}"/>
                </a:ext>
              </a:extLst>
            </p:cNvPr>
            <p:cNvSpPr/>
            <p:nvPr userDrawn="1"/>
          </p:nvSpPr>
          <p:spPr>
            <a:xfrm>
              <a:off x="1" y="5360384"/>
              <a:ext cx="348615" cy="372745"/>
            </a:xfrm>
            <a:custGeom>
              <a:avLst/>
              <a:gdLst/>
              <a:ahLst/>
              <a:cxnLst/>
              <a:rect l="l" t="t" r="r" b="b"/>
              <a:pathLst>
                <a:path w="348615" h="372745">
                  <a:moveTo>
                    <a:pt x="174410" y="0"/>
                  </a:moveTo>
                  <a:lnTo>
                    <a:pt x="120950" y="4099"/>
                  </a:lnTo>
                  <a:lnTo>
                    <a:pt x="72503" y="22420"/>
                  </a:lnTo>
                  <a:lnTo>
                    <a:pt x="31407" y="52910"/>
                  </a:lnTo>
                  <a:lnTo>
                    <a:pt x="0" y="93520"/>
                  </a:lnTo>
                  <a:lnTo>
                    <a:pt x="0" y="279169"/>
                  </a:lnTo>
                  <a:lnTo>
                    <a:pt x="26930" y="315282"/>
                  </a:lnTo>
                  <a:lnTo>
                    <a:pt x="61762" y="343980"/>
                  </a:lnTo>
                  <a:lnTo>
                    <a:pt x="103100" y="363666"/>
                  </a:lnTo>
                  <a:lnTo>
                    <a:pt x="149551" y="372742"/>
                  </a:lnTo>
                  <a:lnTo>
                    <a:pt x="199496" y="369390"/>
                  </a:lnTo>
                  <a:lnTo>
                    <a:pt x="245230" y="353573"/>
                  </a:lnTo>
                  <a:lnTo>
                    <a:pt x="284859" y="326949"/>
                  </a:lnTo>
                  <a:lnTo>
                    <a:pt x="316489" y="291175"/>
                  </a:lnTo>
                  <a:lnTo>
                    <a:pt x="338228" y="247906"/>
                  </a:lnTo>
                  <a:lnTo>
                    <a:pt x="348182" y="198801"/>
                  </a:lnTo>
                  <a:lnTo>
                    <a:pt x="344836" y="148814"/>
                  </a:lnTo>
                  <a:lnTo>
                    <a:pt x="329036" y="103042"/>
                  </a:lnTo>
                  <a:lnTo>
                    <a:pt x="302436" y="63378"/>
                  </a:lnTo>
                  <a:lnTo>
                    <a:pt x="266694" y="31720"/>
                  </a:lnTo>
                  <a:lnTo>
                    <a:pt x="223467" y="9962"/>
                  </a:lnTo>
                  <a:lnTo>
                    <a:pt x="174410" y="0"/>
                  </a:lnTo>
                  <a:close/>
                </a:path>
              </a:pathLst>
            </a:custGeom>
            <a:solidFill>
              <a:srgbClr val="FFFFFF">
                <a:alpha val="32218"/>
              </a:srgbClr>
            </a:solidFill>
          </p:spPr>
          <p:txBody>
            <a:bodyPr wrap="square" lIns="0" tIns="0" rIns="0" bIns="0" rtlCol="0"/>
            <a:lstStyle/>
            <a:p>
              <a:endParaRPr/>
            </a:p>
          </p:txBody>
        </p:sp>
        <p:sp>
          <p:nvSpPr>
            <p:cNvPr id="28" name="object 28">
              <a:extLst>
                <a:ext uri="{FF2B5EF4-FFF2-40B4-BE49-F238E27FC236}">
                  <a16:creationId xmlns:a16="http://schemas.microsoft.com/office/drawing/2014/main" id="{5654BA81-F810-4513-A609-10D617AC67A0}"/>
                </a:ext>
              </a:extLst>
            </p:cNvPr>
            <p:cNvSpPr/>
            <p:nvPr userDrawn="1"/>
          </p:nvSpPr>
          <p:spPr>
            <a:xfrm>
              <a:off x="138116" y="4735766"/>
              <a:ext cx="372110" cy="372745"/>
            </a:xfrm>
            <a:custGeom>
              <a:avLst/>
              <a:gdLst/>
              <a:ahLst/>
              <a:cxnLst/>
              <a:rect l="l" t="t" r="r" b="b"/>
              <a:pathLst>
                <a:path w="372109" h="372745">
                  <a:moveTo>
                    <a:pt x="169973" y="0"/>
                  </a:moveTo>
                  <a:lnTo>
                    <a:pt x="123341" y="10174"/>
                  </a:lnTo>
                  <a:lnTo>
                    <a:pt x="80783" y="31802"/>
                  </a:lnTo>
                  <a:lnTo>
                    <a:pt x="44671" y="64038"/>
                  </a:lnTo>
                  <a:lnTo>
                    <a:pt x="17373" y="106036"/>
                  </a:lnTo>
                  <a:lnTo>
                    <a:pt x="2121" y="153753"/>
                  </a:lnTo>
                  <a:lnTo>
                    <a:pt x="0" y="202135"/>
                  </a:lnTo>
                  <a:lnTo>
                    <a:pt x="10165" y="248810"/>
                  </a:lnTo>
                  <a:lnTo>
                    <a:pt x="31773" y="291406"/>
                  </a:lnTo>
                  <a:lnTo>
                    <a:pt x="63980" y="327552"/>
                  </a:lnTo>
                  <a:lnTo>
                    <a:pt x="105940" y="354874"/>
                  </a:lnTo>
                  <a:lnTo>
                    <a:pt x="153616" y="370141"/>
                  </a:lnTo>
                  <a:lnTo>
                    <a:pt x="201955" y="372264"/>
                  </a:lnTo>
                  <a:lnTo>
                    <a:pt x="248587" y="362089"/>
                  </a:lnTo>
                  <a:lnTo>
                    <a:pt x="291143" y="340461"/>
                  </a:lnTo>
                  <a:lnTo>
                    <a:pt x="327253" y="308225"/>
                  </a:lnTo>
                  <a:lnTo>
                    <a:pt x="354550" y="266226"/>
                  </a:lnTo>
                  <a:lnTo>
                    <a:pt x="369803" y="218506"/>
                  </a:lnTo>
                  <a:lnTo>
                    <a:pt x="371924" y="170124"/>
                  </a:lnTo>
                  <a:lnTo>
                    <a:pt x="361758" y="123449"/>
                  </a:lnTo>
                  <a:lnTo>
                    <a:pt x="340150" y="80855"/>
                  </a:lnTo>
                  <a:lnTo>
                    <a:pt x="307944" y="44711"/>
                  </a:lnTo>
                  <a:lnTo>
                    <a:pt x="265984" y="17390"/>
                  </a:lnTo>
                  <a:lnTo>
                    <a:pt x="218311" y="2123"/>
                  </a:lnTo>
                  <a:lnTo>
                    <a:pt x="169973" y="0"/>
                  </a:lnTo>
                  <a:close/>
                </a:path>
              </a:pathLst>
            </a:custGeom>
            <a:solidFill>
              <a:srgbClr val="FFFFFF">
                <a:alpha val="36669"/>
              </a:srgbClr>
            </a:solidFill>
          </p:spPr>
          <p:txBody>
            <a:bodyPr wrap="square" lIns="0" tIns="0" rIns="0" bIns="0" rtlCol="0"/>
            <a:lstStyle/>
            <a:p>
              <a:endParaRPr/>
            </a:p>
          </p:txBody>
        </p:sp>
        <p:sp>
          <p:nvSpPr>
            <p:cNvPr id="29" name="object 29">
              <a:extLst>
                <a:ext uri="{FF2B5EF4-FFF2-40B4-BE49-F238E27FC236}">
                  <a16:creationId xmlns:a16="http://schemas.microsoft.com/office/drawing/2014/main" id="{9AD11C6C-C885-4215-8D00-DC2EA7BF6635}"/>
                </a:ext>
              </a:extLst>
            </p:cNvPr>
            <p:cNvSpPr/>
            <p:nvPr userDrawn="1"/>
          </p:nvSpPr>
          <p:spPr>
            <a:xfrm>
              <a:off x="521408" y="4210863"/>
              <a:ext cx="373380" cy="373380"/>
            </a:xfrm>
            <a:custGeom>
              <a:avLst/>
              <a:gdLst/>
              <a:ahLst/>
              <a:cxnLst/>
              <a:rect l="l" t="t" r="r" b="b"/>
              <a:pathLst>
                <a:path w="373380" h="373379">
                  <a:moveTo>
                    <a:pt x="192724" y="0"/>
                  </a:moveTo>
                  <a:lnTo>
                    <a:pt x="145207" y="4499"/>
                  </a:lnTo>
                  <a:lnTo>
                    <a:pt x="99800" y="21233"/>
                  </a:lnTo>
                  <a:lnTo>
                    <a:pt x="59016" y="50287"/>
                  </a:lnTo>
                  <a:lnTo>
                    <a:pt x="27345" y="89082"/>
                  </a:lnTo>
                  <a:lnTo>
                    <a:pt x="7644" y="133315"/>
                  </a:lnTo>
                  <a:lnTo>
                    <a:pt x="0" y="180470"/>
                  </a:lnTo>
                  <a:lnTo>
                    <a:pt x="4494" y="228030"/>
                  </a:lnTo>
                  <a:lnTo>
                    <a:pt x="21213" y="273480"/>
                  </a:lnTo>
                  <a:lnTo>
                    <a:pt x="50241" y="314301"/>
                  </a:lnTo>
                  <a:lnTo>
                    <a:pt x="89000" y="346001"/>
                  </a:lnTo>
                  <a:lnTo>
                    <a:pt x="133193" y="365719"/>
                  </a:lnTo>
                  <a:lnTo>
                    <a:pt x="180305" y="373371"/>
                  </a:lnTo>
                  <a:lnTo>
                    <a:pt x="227822" y="368872"/>
                  </a:lnTo>
                  <a:lnTo>
                    <a:pt x="273230" y="352138"/>
                  </a:lnTo>
                  <a:lnTo>
                    <a:pt x="314014" y="323084"/>
                  </a:lnTo>
                  <a:lnTo>
                    <a:pt x="345685" y="284289"/>
                  </a:lnTo>
                  <a:lnTo>
                    <a:pt x="365385" y="240055"/>
                  </a:lnTo>
                  <a:lnTo>
                    <a:pt x="373030" y="192900"/>
                  </a:lnTo>
                  <a:lnTo>
                    <a:pt x="368535" y="145340"/>
                  </a:lnTo>
                  <a:lnTo>
                    <a:pt x="351816" y="99891"/>
                  </a:lnTo>
                  <a:lnTo>
                    <a:pt x="322789" y="59070"/>
                  </a:lnTo>
                  <a:lnTo>
                    <a:pt x="284029" y="27369"/>
                  </a:lnTo>
                  <a:lnTo>
                    <a:pt x="239836" y="7651"/>
                  </a:lnTo>
                  <a:lnTo>
                    <a:pt x="192724" y="0"/>
                  </a:lnTo>
                  <a:close/>
                </a:path>
              </a:pathLst>
            </a:custGeom>
            <a:solidFill>
              <a:srgbClr val="FFFFFF">
                <a:alpha val="41108"/>
              </a:srgbClr>
            </a:solidFill>
          </p:spPr>
          <p:txBody>
            <a:bodyPr wrap="square" lIns="0" tIns="0" rIns="0" bIns="0" rtlCol="0"/>
            <a:lstStyle/>
            <a:p>
              <a:endParaRPr/>
            </a:p>
          </p:txBody>
        </p:sp>
        <p:sp>
          <p:nvSpPr>
            <p:cNvPr id="30" name="object 30">
              <a:extLst>
                <a:ext uri="{FF2B5EF4-FFF2-40B4-BE49-F238E27FC236}">
                  <a16:creationId xmlns:a16="http://schemas.microsoft.com/office/drawing/2014/main" id="{63DFFC90-839F-47F4-A819-D1FDFE7A5146}"/>
                </a:ext>
              </a:extLst>
            </p:cNvPr>
            <p:cNvSpPr/>
            <p:nvPr userDrawn="1"/>
          </p:nvSpPr>
          <p:spPr>
            <a:xfrm>
              <a:off x="1068137" y="3865392"/>
              <a:ext cx="371475" cy="372110"/>
            </a:xfrm>
            <a:custGeom>
              <a:avLst/>
              <a:gdLst/>
              <a:ahLst/>
              <a:cxnLst/>
              <a:rect l="l" t="t" r="r" b="b"/>
              <a:pathLst>
                <a:path w="371475" h="372110">
                  <a:moveTo>
                    <a:pt x="165692" y="0"/>
                  </a:moveTo>
                  <a:lnTo>
                    <a:pt x="117100" y="12020"/>
                  </a:lnTo>
                  <a:lnTo>
                    <a:pt x="73398" y="36454"/>
                  </a:lnTo>
                  <a:lnTo>
                    <a:pt x="38836" y="70349"/>
                  </a:lnTo>
                  <a:lnTo>
                    <a:pt x="14414" y="111394"/>
                  </a:lnTo>
                  <a:lnTo>
                    <a:pt x="1135" y="157280"/>
                  </a:lnTo>
                  <a:lnTo>
                    <a:pt x="0" y="205698"/>
                  </a:lnTo>
                  <a:lnTo>
                    <a:pt x="12009" y="254338"/>
                  </a:lnTo>
                  <a:lnTo>
                    <a:pt x="36421" y="298080"/>
                  </a:lnTo>
                  <a:lnTo>
                    <a:pt x="70284" y="332674"/>
                  </a:lnTo>
                  <a:lnTo>
                    <a:pt x="111292" y="357118"/>
                  </a:lnTo>
                  <a:lnTo>
                    <a:pt x="157137" y="370409"/>
                  </a:lnTo>
                  <a:lnTo>
                    <a:pt x="205511" y="371546"/>
                  </a:lnTo>
                  <a:lnTo>
                    <a:pt x="254107" y="359525"/>
                  </a:lnTo>
                  <a:lnTo>
                    <a:pt x="297805" y="335091"/>
                  </a:lnTo>
                  <a:lnTo>
                    <a:pt x="332366" y="301197"/>
                  </a:lnTo>
                  <a:lnTo>
                    <a:pt x="356789" y="260152"/>
                  </a:lnTo>
                  <a:lnTo>
                    <a:pt x="370069" y="214265"/>
                  </a:lnTo>
                  <a:lnTo>
                    <a:pt x="371206" y="165847"/>
                  </a:lnTo>
                  <a:lnTo>
                    <a:pt x="359197" y="117207"/>
                  </a:lnTo>
                  <a:lnTo>
                    <a:pt x="334781" y="73465"/>
                  </a:lnTo>
                  <a:lnTo>
                    <a:pt x="300915" y="38871"/>
                  </a:lnTo>
                  <a:lnTo>
                    <a:pt x="259906" y="14427"/>
                  </a:lnTo>
                  <a:lnTo>
                    <a:pt x="214063" y="1136"/>
                  </a:lnTo>
                  <a:lnTo>
                    <a:pt x="165692" y="0"/>
                  </a:lnTo>
                  <a:close/>
                </a:path>
              </a:pathLst>
            </a:custGeom>
            <a:solidFill>
              <a:srgbClr val="FFFFFF">
                <a:alpha val="45559"/>
              </a:srgbClr>
            </a:solidFill>
          </p:spPr>
          <p:txBody>
            <a:bodyPr wrap="square" lIns="0" tIns="0" rIns="0" bIns="0" rtlCol="0"/>
            <a:lstStyle/>
            <a:p>
              <a:endParaRPr/>
            </a:p>
          </p:txBody>
        </p:sp>
        <p:sp>
          <p:nvSpPr>
            <p:cNvPr id="31" name="object 31">
              <a:extLst>
                <a:ext uri="{FF2B5EF4-FFF2-40B4-BE49-F238E27FC236}">
                  <a16:creationId xmlns:a16="http://schemas.microsoft.com/office/drawing/2014/main" id="{A499C266-790D-45F2-BD24-25587058745C}"/>
                </a:ext>
              </a:extLst>
            </p:cNvPr>
            <p:cNvSpPr/>
            <p:nvPr userDrawn="1"/>
          </p:nvSpPr>
          <p:spPr>
            <a:xfrm>
              <a:off x="1703742" y="374405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8"/>
                  </a:lnTo>
                  <a:lnTo>
                    <a:pt x="137008" y="366908"/>
                  </a:lnTo>
                  <a:lnTo>
                    <a:pt x="186620" y="373580"/>
                  </a:lnTo>
                  <a:lnTo>
                    <a:pt x="236232" y="366908"/>
                  </a:lnTo>
                  <a:lnTo>
                    <a:pt x="280811" y="348078"/>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50000"/>
              </a:srgbClr>
            </a:solidFill>
          </p:spPr>
          <p:txBody>
            <a:bodyPr wrap="square" lIns="0" tIns="0" rIns="0" bIns="0" rtlCol="0"/>
            <a:lstStyle/>
            <a:p>
              <a:endParaRPr/>
            </a:p>
          </p:txBody>
        </p:sp>
      </p:grpSp>
      <p:pic>
        <p:nvPicPr>
          <p:cNvPr id="32" name="Picture 31">
            <a:extLst>
              <a:ext uri="{FF2B5EF4-FFF2-40B4-BE49-F238E27FC236}">
                <a16:creationId xmlns:a16="http://schemas.microsoft.com/office/drawing/2014/main" id="{8D9FBEE0-0A00-4619-8257-DCBA4600E8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34" name="Slide Number">
            <a:extLst>
              <a:ext uri="{FF2B5EF4-FFF2-40B4-BE49-F238E27FC236}">
                <a16:creationId xmlns:a16="http://schemas.microsoft.com/office/drawing/2014/main" id="{12E5CBB7-3F60-4255-B7D4-36B51D87898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35" name="Footer Placeholder 8">
            <a:extLst>
              <a:ext uri="{FF2B5EF4-FFF2-40B4-BE49-F238E27FC236}">
                <a16:creationId xmlns:a16="http://schemas.microsoft.com/office/drawing/2014/main" id="{8AE59EE9-162B-4683-9334-244CCCEED3D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211324544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plitscreen Gray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nvGrpSpPr>
          <p:cNvPr id="4" name="Group 3">
            <a:extLst>
              <a:ext uri="{FF2B5EF4-FFF2-40B4-BE49-F238E27FC236}">
                <a16:creationId xmlns:a16="http://schemas.microsoft.com/office/drawing/2014/main" id="{BFC845FD-1279-4C3B-8F5D-7EC039CEA440}"/>
              </a:ext>
            </a:extLst>
          </p:cNvPr>
          <p:cNvGrpSpPr/>
          <p:nvPr userDrawn="1"/>
        </p:nvGrpSpPr>
        <p:grpSpPr>
          <a:xfrm>
            <a:off x="0" y="0"/>
            <a:ext cx="14785256" cy="13716000"/>
            <a:chOff x="0" y="0"/>
            <a:chExt cx="14785256" cy="13716000"/>
          </a:xfrm>
        </p:grpSpPr>
        <p:pic>
          <p:nvPicPr>
            <p:cNvPr id="3" name="Picture 2">
              <a:extLst>
                <a:ext uri="{FF2B5EF4-FFF2-40B4-BE49-F238E27FC236}">
                  <a16:creationId xmlns:a16="http://schemas.microsoft.com/office/drawing/2014/main" id="{8551CB16-AEE5-48A9-A50B-48785CBB0D6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14785256" cy="7658100"/>
            </a:xfrm>
            <a:prstGeom prst="rect">
              <a:avLst/>
            </a:prstGeom>
          </p:spPr>
        </p:pic>
        <p:pic>
          <p:nvPicPr>
            <p:cNvPr id="13" name="Picture 12">
              <a:extLst>
                <a:ext uri="{FF2B5EF4-FFF2-40B4-BE49-F238E27FC236}">
                  <a16:creationId xmlns:a16="http://schemas.microsoft.com/office/drawing/2014/main" id="{93F1D2C8-2253-462D-8125-D8FD33E361AF}"/>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7492181"/>
              <a:ext cx="14785256" cy="6223819"/>
            </a:xfrm>
            <a:prstGeom prst="rect">
              <a:avLst/>
            </a:prstGeom>
          </p:spPr>
        </p:pic>
      </p:gr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3E5416C-CE59-4C37-9F4B-E146BF3F192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6" name="Slide Number">
            <a:extLst>
              <a:ext uri="{FF2B5EF4-FFF2-40B4-BE49-F238E27FC236}">
                <a16:creationId xmlns:a16="http://schemas.microsoft.com/office/drawing/2014/main" id="{D1D898F4-F7EC-4E64-A502-BB1C7FE813E9}"/>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7" name="Footer Placeholder 8">
            <a:extLst>
              <a:ext uri="{FF2B5EF4-FFF2-40B4-BE49-F238E27FC236}">
                <a16:creationId xmlns:a16="http://schemas.microsoft.com/office/drawing/2014/main" id="{5388B950-0B18-400A-88CA-3EA980836F3A}"/>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27621362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litscreen Gray Right">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5CA99B2-5A3C-40B0-8B19-222A53F6470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6" name="Picture 15">
            <a:extLst>
              <a:ext uri="{FF2B5EF4-FFF2-40B4-BE49-F238E27FC236}">
                <a16:creationId xmlns:a16="http://schemas.microsoft.com/office/drawing/2014/main" id="{D6D59529-B991-4EF1-9B77-26FA5DBB46E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6247D980-747E-4E92-8744-4B67E66A1E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0" name="Slide Number">
            <a:extLst>
              <a:ext uri="{FF2B5EF4-FFF2-40B4-BE49-F238E27FC236}">
                <a16:creationId xmlns:a16="http://schemas.microsoft.com/office/drawing/2014/main" id="{36C6D819-52BC-4A6A-9893-EEB0C1D97D41}"/>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3" name="Footer Placeholder 8">
            <a:extLst>
              <a:ext uri="{FF2B5EF4-FFF2-40B4-BE49-F238E27FC236}">
                <a16:creationId xmlns:a16="http://schemas.microsoft.com/office/drawing/2014/main" id="{D5995C3A-8369-4BB6-9E5E-A40C9088F692}"/>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254852861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litscreen Green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pic>
        <p:nvPicPr>
          <p:cNvPr id="14" name="Picture 13">
            <a:extLst>
              <a:ext uri="{FF2B5EF4-FFF2-40B4-BE49-F238E27FC236}">
                <a16:creationId xmlns:a16="http://schemas.microsoft.com/office/drawing/2014/main" id="{5DD3FA69-ED76-43F4-BF22-8CB2EAD09CA6}"/>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C8CD9E9-A3C8-4C26-85E9-08FFC36DB3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9" name="Slide Number">
            <a:extLst>
              <a:ext uri="{FF2B5EF4-FFF2-40B4-BE49-F238E27FC236}">
                <a16:creationId xmlns:a16="http://schemas.microsoft.com/office/drawing/2014/main" id="{213D6958-433E-4DAE-9354-29D11762BD08}"/>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82ABF0F-A567-4FD1-B68B-E45C188AFE8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25016228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litscreen Green Right">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AB76B32-2FC6-4BBD-AF81-9BEE5222B51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322E6C02-E5CF-4E11-8CD7-C86D8406E86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userDrawn="1">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userDrawn="1">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33F70AA3-75FF-4509-B25D-75814C72D7D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
        <p:nvSpPr>
          <p:cNvPr id="11" name="Slide Number">
            <a:extLst>
              <a:ext uri="{FF2B5EF4-FFF2-40B4-BE49-F238E27FC236}">
                <a16:creationId xmlns:a16="http://schemas.microsoft.com/office/drawing/2014/main" id="{92D1D4C1-3846-4DCB-83C1-BE2E7D4289D6}"/>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84DECC05-5763-43D3-B234-A4B1D8B45EB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326811039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litscreen Green Gray">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D1346C-2FAB-435C-B732-77AF6CF2D3EB}"/>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E76BC7A2-0620-4BA6-8249-191150B825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pic>
        <p:nvPicPr>
          <p:cNvPr id="17" name="Picture 16">
            <a:extLst>
              <a:ext uri="{FF2B5EF4-FFF2-40B4-BE49-F238E27FC236}">
                <a16:creationId xmlns:a16="http://schemas.microsoft.com/office/drawing/2014/main" id="{67B49DAD-ADEE-4E34-9A21-48F4E03F0CA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13" name="Slide Number">
            <a:extLst>
              <a:ext uri="{FF2B5EF4-FFF2-40B4-BE49-F238E27FC236}">
                <a16:creationId xmlns:a16="http://schemas.microsoft.com/office/drawing/2014/main" id="{80991388-169C-4E84-9C78-D35FEB0CA1CE}"/>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4" name="Footer Placeholder 8">
            <a:extLst>
              <a:ext uri="{FF2B5EF4-FFF2-40B4-BE49-F238E27FC236}">
                <a16:creationId xmlns:a16="http://schemas.microsoft.com/office/drawing/2014/main" id="{320C4448-53D6-47E7-B1A8-457C7DD4EC6B}"/>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256473842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litscreen Gray Green">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464F06-6FAA-4C91-B11A-274A5DB9DDB3}"/>
              </a:ext>
            </a:extLst>
          </p:cNvPr>
          <p:cNvSpPr/>
          <p:nvPr userDrawn="1"/>
        </p:nvSpPr>
        <p:spPr>
          <a:xfrm>
            <a:off x="10405" y="0"/>
            <a:ext cx="12142491"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A5E53D82-5D52-490A-878B-FD5555C8906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pic>
        <p:nvPicPr>
          <p:cNvPr id="13" name="Picture 12">
            <a:extLst>
              <a:ext uri="{FF2B5EF4-FFF2-40B4-BE49-F238E27FC236}">
                <a16:creationId xmlns:a16="http://schemas.microsoft.com/office/drawing/2014/main" id="{E67541A7-0357-4898-A489-02422666661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93C76C89-5D27-4207-BEDD-81EBA739F010}"/>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11" name="Slide Number">
            <a:extLst>
              <a:ext uri="{FF2B5EF4-FFF2-40B4-BE49-F238E27FC236}">
                <a16:creationId xmlns:a16="http://schemas.microsoft.com/office/drawing/2014/main" id="{F8EF72D2-02CF-445A-A87B-F3BCA936F52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D8E937F-B365-4E1D-8E7F-4B401853261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45776588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 Column">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1" y="177138"/>
            <a:ext cx="22055365" cy="1953413"/>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1196520" y="2695707"/>
            <a:ext cx="22055365"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0" name="Rectangle 9">
            <a:extLst>
              <a:ext uri="{FF2B5EF4-FFF2-40B4-BE49-F238E27FC236}">
                <a16:creationId xmlns:a16="http://schemas.microsoft.com/office/drawing/2014/main" id="{09FDA089-303A-4D2D-BFAF-D06913E897DA}"/>
              </a:ext>
            </a:extLst>
          </p:cNvPr>
          <p:cNvSpPr/>
          <p:nvPr userDrawn="1"/>
        </p:nvSpPr>
        <p:spPr>
          <a:xfrm>
            <a:off x="1" y="2197565"/>
            <a:ext cx="24383998" cy="27432"/>
          </a:xfrm>
          <a:prstGeom prst="rect">
            <a:avLst/>
          </a:prstGeom>
          <a:solidFill>
            <a:schemeClr val="accent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pic>
        <p:nvPicPr>
          <p:cNvPr id="24" name="Picture 23">
            <a:extLst>
              <a:ext uri="{FF2B5EF4-FFF2-40B4-BE49-F238E27FC236}">
                <a16:creationId xmlns:a16="http://schemas.microsoft.com/office/drawing/2014/main" id="{662D475C-C160-4E13-957B-368EA6C74F6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8635" y="5345"/>
            <a:ext cx="1285825" cy="2194607"/>
          </a:xfrm>
          <a:prstGeom prst="rect">
            <a:avLst/>
          </a:prstGeom>
        </p:spPr>
      </p:pic>
      <p:sp>
        <p:nvSpPr>
          <p:cNvPr id="9" name="Slide Number">
            <a:extLst>
              <a:ext uri="{FF2B5EF4-FFF2-40B4-BE49-F238E27FC236}">
                <a16:creationId xmlns:a16="http://schemas.microsoft.com/office/drawing/2014/main" id="{29526BA0-D5DE-4C82-885B-80E1AEE9A79A}"/>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1" name="Footer Placeholder 8">
            <a:extLst>
              <a:ext uri="{FF2B5EF4-FFF2-40B4-BE49-F238E27FC236}">
                <a16:creationId xmlns:a16="http://schemas.microsoft.com/office/drawing/2014/main" id="{227A912A-976E-4154-B0CC-20DF5CB9469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2598871424"/>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1162051" y="2565400"/>
            <a:ext cx="11222106" cy="9103140"/>
          </a:xfrm>
          <a:prstGeom prst="rect">
            <a:avLst/>
          </a:prstGeom>
        </p:spPr>
        <p:txBody>
          <a:bodyPr/>
          <a:lstStyle/>
          <a:p>
            <a:pPr lvl="0"/>
            <a:r>
              <a:rPr lang="en-US"/>
              <a:t>Edit Master text styles</a:t>
            </a:r>
          </a:p>
          <a:p>
            <a:pPr lvl="1"/>
            <a:r>
              <a:rPr lang="en-US"/>
              <a:t>Second level</a:t>
            </a:r>
          </a:p>
          <a:p>
            <a:pPr lvl="2"/>
            <a:r>
              <a:rPr lang="en-US"/>
              <a:t>Third level</a:t>
            </a:r>
          </a:p>
        </p:txBody>
      </p:sp>
      <p:sp>
        <p:nvSpPr>
          <p:cNvPr id="8" name="Content Placeholder 6"/>
          <p:cNvSpPr>
            <a:spLocks noGrp="1"/>
          </p:cNvSpPr>
          <p:nvPr>
            <p:ph sz="quarter" idx="11"/>
          </p:nvPr>
        </p:nvSpPr>
        <p:spPr>
          <a:xfrm>
            <a:off x="12436549" y="2565400"/>
            <a:ext cx="11222106" cy="9103140"/>
          </a:xfrm>
          <a:prstGeom prst="rect">
            <a:avLst/>
          </a:prstGeom>
        </p:spPr>
        <p:txBody>
          <a:bodyPr/>
          <a:lstStyle/>
          <a:p>
            <a:pPr lvl="0"/>
            <a:r>
              <a:rPr lang="en-US"/>
              <a:t>Edit Master text styles</a:t>
            </a:r>
          </a:p>
          <a:p>
            <a:pPr lvl="1"/>
            <a:r>
              <a:rPr lang="en-US"/>
              <a:t>Second level</a:t>
            </a:r>
          </a:p>
          <a:p>
            <a:pPr lvl="2"/>
            <a:r>
              <a:rPr lang="en-US"/>
              <a:t>Third level</a:t>
            </a:r>
          </a:p>
        </p:txBody>
      </p:sp>
      <p:sp>
        <p:nvSpPr>
          <p:cNvPr id="5"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1649465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2858546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2180898"/>
            <a:ext cx="6400800" cy="1153510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7292747" y="2674620"/>
            <a:ext cx="7772400" cy="962152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487680" y="2674619"/>
            <a:ext cx="5486400" cy="96215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196521" y="177138"/>
            <a:ext cx="22295531" cy="1953413"/>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15719652" y="2674620"/>
            <a:ext cx="7772400" cy="962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a:extLst>
              <a:ext uri="{FF2B5EF4-FFF2-40B4-BE49-F238E27FC236}">
                <a16:creationId xmlns:a16="http://schemas.microsoft.com/office/drawing/2014/main" id="{1A051EEE-155A-45B5-9A02-8CED6140336D}"/>
              </a:ext>
            </a:extLst>
          </p:cNvPr>
          <p:cNvSpPr txBox="1">
            <a:spLocks noGrp="1"/>
          </p:cNvSpPr>
          <p:nvPr>
            <p:ph type="sldNum" sz="quarter" idx="2"/>
          </p:nvPr>
        </p:nvSpPr>
        <p:spPr>
          <a:xfrm>
            <a:off x="284352" y="12537609"/>
            <a:ext cx="668453" cy="646331"/>
          </a:xfrm>
          <a:prstGeom prst="rect">
            <a:avLst/>
          </a:prstGeom>
          <a:ln w="12700">
            <a:miter lim="400000"/>
          </a:ln>
        </p:spPr>
        <p:txBody>
          <a:bodyPr wrap="none" lIns="76200" tIns="76200" rIns="76200" bIns="76200" anchor="b" anchorCtr="0">
            <a:spAutoFit/>
          </a:bodyPr>
          <a:lstStyle>
            <a:lvl1pPr>
              <a:defRPr sz="32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0" name="Footer Placeholder 8">
            <a:extLst>
              <a:ext uri="{FF2B5EF4-FFF2-40B4-BE49-F238E27FC236}">
                <a16:creationId xmlns:a16="http://schemas.microsoft.com/office/drawing/2014/main" id="{92BCACAC-261E-42C0-9717-559AC0988ECA}"/>
              </a:ext>
            </a:extLst>
          </p:cNvPr>
          <p:cNvSpPr>
            <a:spLocks noGrp="1"/>
          </p:cNvSpPr>
          <p:nvPr>
            <p:ph type="ftr" sz="quarter" idx="3"/>
          </p:nvPr>
        </p:nvSpPr>
        <p:spPr>
          <a:xfrm>
            <a:off x="284352" y="13142665"/>
            <a:ext cx="2443983" cy="407510"/>
          </a:xfrm>
          <a:prstGeom prst="rect">
            <a:avLst/>
          </a:prstGeom>
        </p:spPr>
        <p:txBody>
          <a:bodyPr vert="horz" lIns="91440" tIns="45720" rIns="91440" bIns="45720" rtlCol="0" anchor="t" anchorCtr="0"/>
          <a:lstStyle>
            <a:lvl1pPr algn="l">
              <a:lnSpc>
                <a:spcPct val="80000"/>
              </a:lnSpc>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 Solace</a:t>
            </a:r>
            <a:br>
              <a:rPr lang="en-US"/>
            </a:br>
            <a:r>
              <a:rPr lang="en-US"/>
              <a:t>Proprietary &amp; Confidential</a:t>
            </a:r>
          </a:p>
        </p:txBody>
      </p:sp>
    </p:spTree>
    <p:extLst>
      <p:ext uri="{BB962C8B-B14F-4D97-AF65-F5344CB8AC3E}">
        <p14:creationId xmlns:p14="http://schemas.microsoft.com/office/powerpoint/2010/main" val="267910238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Open White">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1" y="177138"/>
            <a:ext cx="22055365" cy="1953413"/>
          </a:xfrm>
        </p:spPr>
        <p:txBody>
          <a:bodyPr anchor="ctr" anchorCtr="0"/>
          <a:lstStyle>
            <a:lvl1pPr>
              <a:lnSpc>
                <a:spcPct val="90000"/>
              </a:lnSpc>
              <a:defRPr sz="6600" b="0">
                <a:solidFill>
                  <a:srgbClr val="474747"/>
                </a:solidFill>
              </a:defRPr>
            </a:lvl1pPr>
          </a:lstStyle>
          <a:p>
            <a:r>
              <a:rPr lang="en-US" dirty="0"/>
              <a:t>Click to edit Master title style</a:t>
            </a:r>
          </a:p>
        </p:txBody>
      </p:sp>
      <p:sp>
        <p:nvSpPr>
          <p:cNvPr id="7" name="Slide Number">
            <a:extLst>
              <a:ext uri="{FF2B5EF4-FFF2-40B4-BE49-F238E27FC236}">
                <a16:creationId xmlns:a16="http://schemas.microsoft.com/office/drawing/2014/main" id="{660F8F57-C2A3-4CAF-B6D1-501519708F0D}"/>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dirty="0"/>
          </a:p>
        </p:txBody>
      </p:sp>
      <p:sp>
        <p:nvSpPr>
          <p:cNvPr id="8" name="Footer Placeholder 8">
            <a:extLst>
              <a:ext uri="{FF2B5EF4-FFF2-40B4-BE49-F238E27FC236}">
                <a16:creationId xmlns:a16="http://schemas.microsoft.com/office/drawing/2014/main" id="{533A821D-CF3F-446D-ADFD-652B964ED7EF}"/>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dirty="0"/>
              <a:t>© Solace</a:t>
            </a:r>
          </a:p>
          <a:p>
            <a:r>
              <a:rPr lang="en-US" dirty="0"/>
              <a:t>Proprietary &amp; Confidential</a:t>
            </a:r>
          </a:p>
        </p:txBody>
      </p:sp>
    </p:spTree>
    <p:extLst>
      <p:ext uri="{BB962C8B-B14F-4D97-AF65-F5344CB8AC3E}">
        <p14:creationId xmlns:p14="http://schemas.microsoft.com/office/powerpoint/2010/main" val="39344411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in Title Page">
    <p:bg>
      <p:bgPr>
        <a:solidFill>
          <a:srgbClr val="00C895"/>
        </a:soli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BAAB427-F9E2-4129-AC6E-EC99D1F0232B}"/>
              </a:ext>
            </a:extLst>
          </p:cNvPr>
          <p:cNvSpPr/>
          <p:nvPr userDrawn="1"/>
        </p:nvSpPr>
        <p:spPr>
          <a:xfrm>
            <a:off x="18717185"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7" name="object 4">
            <a:extLst>
              <a:ext uri="{FF2B5EF4-FFF2-40B4-BE49-F238E27FC236}">
                <a16:creationId xmlns:a16="http://schemas.microsoft.com/office/drawing/2014/main" id="{975EC605-EDA3-4E46-92C5-04DA5E30266B}"/>
              </a:ext>
            </a:extLst>
          </p:cNvPr>
          <p:cNvSpPr/>
          <p:nvPr userDrawn="1"/>
        </p:nvSpPr>
        <p:spPr>
          <a:xfrm>
            <a:off x="18717185"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9" name="object 5">
            <a:extLst>
              <a:ext uri="{FF2B5EF4-FFF2-40B4-BE49-F238E27FC236}">
                <a16:creationId xmlns:a16="http://schemas.microsoft.com/office/drawing/2014/main" id="{5A2D9B08-FD35-4CEB-A6F2-CD75BCC5E2E1}"/>
              </a:ext>
            </a:extLst>
          </p:cNvPr>
          <p:cNvSpPr/>
          <p:nvPr userDrawn="1"/>
        </p:nvSpPr>
        <p:spPr>
          <a:xfrm>
            <a:off x="18717183"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10" name="object 6">
            <a:extLst>
              <a:ext uri="{FF2B5EF4-FFF2-40B4-BE49-F238E27FC236}">
                <a16:creationId xmlns:a16="http://schemas.microsoft.com/office/drawing/2014/main" id="{C5628A51-4D72-4F98-9E6A-C48EBC2830C5}"/>
              </a:ext>
            </a:extLst>
          </p:cNvPr>
          <p:cNvSpPr/>
          <p:nvPr userDrawn="1"/>
        </p:nvSpPr>
        <p:spPr>
          <a:xfrm>
            <a:off x="18717185"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11" name="object 7">
            <a:extLst>
              <a:ext uri="{FF2B5EF4-FFF2-40B4-BE49-F238E27FC236}">
                <a16:creationId xmlns:a16="http://schemas.microsoft.com/office/drawing/2014/main" id="{35C0F50B-B41A-4642-ABC6-B4E26757F366}"/>
              </a:ext>
            </a:extLst>
          </p:cNvPr>
          <p:cNvSpPr/>
          <p:nvPr userDrawn="1"/>
        </p:nvSpPr>
        <p:spPr>
          <a:xfrm>
            <a:off x="18717185"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12" name="object 8">
            <a:extLst>
              <a:ext uri="{FF2B5EF4-FFF2-40B4-BE49-F238E27FC236}">
                <a16:creationId xmlns:a16="http://schemas.microsoft.com/office/drawing/2014/main" id="{CBE1AD97-DFAB-4543-97B8-178F702B4016}"/>
              </a:ext>
            </a:extLst>
          </p:cNvPr>
          <p:cNvSpPr/>
          <p:nvPr userDrawn="1"/>
        </p:nvSpPr>
        <p:spPr>
          <a:xfrm>
            <a:off x="18717185"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14" name="object 9">
            <a:extLst>
              <a:ext uri="{FF2B5EF4-FFF2-40B4-BE49-F238E27FC236}">
                <a16:creationId xmlns:a16="http://schemas.microsoft.com/office/drawing/2014/main" id="{EB00F915-CBF8-40C9-BA1E-9AFD631A6629}"/>
              </a:ext>
            </a:extLst>
          </p:cNvPr>
          <p:cNvSpPr/>
          <p:nvPr userDrawn="1"/>
        </p:nvSpPr>
        <p:spPr>
          <a:xfrm>
            <a:off x="18717185"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17" name="object 12">
            <a:extLst>
              <a:ext uri="{FF2B5EF4-FFF2-40B4-BE49-F238E27FC236}">
                <a16:creationId xmlns:a16="http://schemas.microsoft.com/office/drawing/2014/main" id="{CB2865E2-2914-4826-BE7C-6A0B248C9469}"/>
              </a:ext>
            </a:extLst>
          </p:cNvPr>
          <p:cNvSpPr/>
          <p:nvPr userDrawn="1"/>
        </p:nvSpPr>
        <p:spPr>
          <a:xfrm>
            <a:off x="2020301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19" name="object 14">
            <a:extLst>
              <a:ext uri="{FF2B5EF4-FFF2-40B4-BE49-F238E27FC236}">
                <a16:creationId xmlns:a16="http://schemas.microsoft.com/office/drawing/2014/main" id="{D2494E57-22BC-4712-AD68-3AE5748FDC19}"/>
              </a:ext>
            </a:extLst>
          </p:cNvPr>
          <p:cNvSpPr/>
          <p:nvPr userDrawn="1"/>
        </p:nvSpPr>
        <p:spPr>
          <a:xfrm>
            <a:off x="2020301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20" name="object 15">
            <a:extLst>
              <a:ext uri="{FF2B5EF4-FFF2-40B4-BE49-F238E27FC236}">
                <a16:creationId xmlns:a16="http://schemas.microsoft.com/office/drawing/2014/main" id="{73229038-4299-4FA0-8F08-721E94C82F1A}"/>
              </a:ext>
            </a:extLst>
          </p:cNvPr>
          <p:cNvSpPr/>
          <p:nvPr userDrawn="1"/>
        </p:nvSpPr>
        <p:spPr>
          <a:xfrm>
            <a:off x="2020300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21" name="object 16">
            <a:extLst>
              <a:ext uri="{FF2B5EF4-FFF2-40B4-BE49-F238E27FC236}">
                <a16:creationId xmlns:a16="http://schemas.microsoft.com/office/drawing/2014/main" id="{6CE66923-71F2-471C-8D41-6DB5671C3865}"/>
              </a:ext>
            </a:extLst>
          </p:cNvPr>
          <p:cNvSpPr/>
          <p:nvPr userDrawn="1"/>
        </p:nvSpPr>
        <p:spPr>
          <a:xfrm>
            <a:off x="2020301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22" name="object 17">
            <a:extLst>
              <a:ext uri="{FF2B5EF4-FFF2-40B4-BE49-F238E27FC236}">
                <a16:creationId xmlns:a16="http://schemas.microsoft.com/office/drawing/2014/main" id="{C4012702-244C-4208-8C7C-C9EF86DF65C9}"/>
              </a:ext>
            </a:extLst>
          </p:cNvPr>
          <p:cNvSpPr/>
          <p:nvPr userDrawn="1"/>
        </p:nvSpPr>
        <p:spPr>
          <a:xfrm>
            <a:off x="2020301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23" name="object 18">
            <a:extLst>
              <a:ext uri="{FF2B5EF4-FFF2-40B4-BE49-F238E27FC236}">
                <a16:creationId xmlns:a16="http://schemas.microsoft.com/office/drawing/2014/main" id="{2A4B0196-E84F-43C4-B192-EA779C970217}"/>
              </a:ext>
            </a:extLst>
          </p:cNvPr>
          <p:cNvSpPr/>
          <p:nvPr userDrawn="1"/>
        </p:nvSpPr>
        <p:spPr>
          <a:xfrm>
            <a:off x="2020301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24" name="object 19">
            <a:extLst>
              <a:ext uri="{FF2B5EF4-FFF2-40B4-BE49-F238E27FC236}">
                <a16:creationId xmlns:a16="http://schemas.microsoft.com/office/drawing/2014/main" id="{6A26D7D3-FA1A-4B40-BC5D-F1DCE2830102}"/>
              </a:ext>
            </a:extLst>
          </p:cNvPr>
          <p:cNvSpPr/>
          <p:nvPr userDrawn="1"/>
        </p:nvSpPr>
        <p:spPr>
          <a:xfrm>
            <a:off x="2020301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27" name="object 22">
            <a:extLst>
              <a:ext uri="{FF2B5EF4-FFF2-40B4-BE49-F238E27FC236}">
                <a16:creationId xmlns:a16="http://schemas.microsoft.com/office/drawing/2014/main" id="{8F75541E-8516-41CA-95E3-88F21CB0FDF1}"/>
              </a:ext>
            </a:extLst>
          </p:cNvPr>
          <p:cNvSpPr/>
          <p:nvPr userDrawn="1"/>
        </p:nvSpPr>
        <p:spPr>
          <a:xfrm>
            <a:off x="1721887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29" name="object 24">
            <a:extLst>
              <a:ext uri="{FF2B5EF4-FFF2-40B4-BE49-F238E27FC236}">
                <a16:creationId xmlns:a16="http://schemas.microsoft.com/office/drawing/2014/main" id="{9CABB628-DF7B-46EE-92DF-35F9FA3A0F24}"/>
              </a:ext>
            </a:extLst>
          </p:cNvPr>
          <p:cNvSpPr/>
          <p:nvPr userDrawn="1"/>
        </p:nvSpPr>
        <p:spPr>
          <a:xfrm>
            <a:off x="1721887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30" name="object 25">
            <a:extLst>
              <a:ext uri="{FF2B5EF4-FFF2-40B4-BE49-F238E27FC236}">
                <a16:creationId xmlns:a16="http://schemas.microsoft.com/office/drawing/2014/main" id="{D7C38847-2EBE-4F23-BC0B-0E416A7588B2}"/>
              </a:ext>
            </a:extLst>
          </p:cNvPr>
          <p:cNvSpPr/>
          <p:nvPr userDrawn="1"/>
        </p:nvSpPr>
        <p:spPr>
          <a:xfrm>
            <a:off x="1721886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31" name="object 26">
            <a:extLst>
              <a:ext uri="{FF2B5EF4-FFF2-40B4-BE49-F238E27FC236}">
                <a16:creationId xmlns:a16="http://schemas.microsoft.com/office/drawing/2014/main" id="{441C7DC6-1247-4A62-8E96-2048692D330F}"/>
              </a:ext>
            </a:extLst>
          </p:cNvPr>
          <p:cNvSpPr/>
          <p:nvPr userDrawn="1"/>
        </p:nvSpPr>
        <p:spPr>
          <a:xfrm>
            <a:off x="1721887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32" name="object 27">
            <a:extLst>
              <a:ext uri="{FF2B5EF4-FFF2-40B4-BE49-F238E27FC236}">
                <a16:creationId xmlns:a16="http://schemas.microsoft.com/office/drawing/2014/main" id="{B1D8FB7B-AFCB-40E1-A990-A454F929F150}"/>
              </a:ext>
            </a:extLst>
          </p:cNvPr>
          <p:cNvSpPr/>
          <p:nvPr userDrawn="1"/>
        </p:nvSpPr>
        <p:spPr>
          <a:xfrm>
            <a:off x="1721887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33" name="object 28">
            <a:extLst>
              <a:ext uri="{FF2B5EF4-FFF2-40B4-BE49-F238E27FC236}">
                <a16:creationId xmlns:a16="http://schemas.microsoft.com/office/drawing/2014/main" id="{8830B901-523E-41AD-9459-B5C4327752B4}"/>
              </a:ext>
            </a:extLst>
          </p:cNvPr>
          <p:cNvSpPr/>
          <p:nvPr userDrawn="1"/>
        </p:nvSpPr>
        <p:spPr>
          <a:xfrm>
            <a:off x="1721887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34" name="object 29">
            <a:extLst>
              <a:ext uri="{FF2B5EF4-FFF2-40B4-BE49-F238E27FC236}">
                <a16:creationId xmlns:a16="http://schemas.microsoft.com/office/drawing/2014/main" id="{0EA32621-7C1F-4258-87B0-280B0BBD8695}"/>
              </a:ext>
            </a:extLst>
          </p:cNvPr>
          <p:cNvSpPr/>
          <p:nvPr userDrawn="1"/>
        </p:nvSpPr>
        <p:spPr>
          <a:xfrm>
            <a:off x="1721887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3" name="Title 2">
            <a:extLst>
              <a:ext uri="{FF2B5EF4-FFF2-40B4-BE49-F238E27FC236}">
                <a16:creationId xmlns:a16="http://schemas.microsoft.com/office/drawing/2014/main" id="{64A5F90B-B81F-7A4E-A0B3-DB638DF3235F}"/>
              </a:ext>
            </a:extLst>
          </p:cNvPr>
          <p:cNvSpPr>
            <a:spLocks noGrp="1"/>
          </p:cNvSpPr>
          <p:nvPr userDrawn="1">
            <p:ph type="title" hasCustomPrompt="1"/>
          </p:nvPr>
        </p:nvSpPr>
        <p:spPr>
          <a:xfrm>
            <a:off x="3071925" y="1866900"/>
            <a:ext cx="13245776" cy="4982584"/>
          </a:xfrm>
        </p:spPr>
        <p:txBody>
          <a:bodyPr anchor="b"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Master title style</a:t>
            </a:r>
          </a:p>
        </p:txBody>
      </p:sp>
      <p:sp>
        <p:nvSpPr>
          <p:cNvPr id="13" name="Text Placeholder 12">
            <a:extLst>
              <a:ext uri="{FF2B5EF4-FFF2-40B4-BE49-F238E27FC236}">
                <a16:creationId xmlns:a16="http://schemas.microsoft.com/office/drawing/2014/main" id="{1C769EDD-5D4B-784F-B3D3-43D9867E2F33}"/>
              </a:ext>
            </a:extLst>
          </p:cNvPr>
          <p:cNvSpPr>
            <a:spLocks noGrp="1"/>
          </p:cNvSpPr>
          <p:nvPr userDrawn="1">
            <p:ph type="body" sz="quarter" idx="11"/>
          </p:nvPr>
        </p:nvSpPr>
        <p:spPr>
          <a:xfrm>
            <a:off x="4241769" y="10137547"/>
            <a:ext cx="11818688" cy="2010342"/>
          </a:xfrm>
        </p:spPr>
        <p:txBody>
          <a:bodyPr tIns="0" bIns="0"/>
          <a:lstStyle>
            <a:lvl1pPr marL="15875" indent="0" algn="r">
              <a:spcBef>
                <a:spcPts val="0"/>
              </a:spcBef>
              <a:spcAft>
                <a:spcPts val="500"/>
              </a:spcAft>
              <a:buNone/>
              <a:tabLst/>
              <a:defRPr sz="4800" b="1" i="0">
                <a:solidFill>
                  <a:schemeClr val="bg1"/>
                </a:solidFill>
                <a:latin typeface="Open Sans SemiBold" charset="0"/>
                <a:ea typeface="Open Sans SemiBold" charset="0"/>
                <a:cs typeface="Open Sans SemiBold" charset="0"/>
              </a:defRPr>
            </a:lvl1pPr>
            <a:lvl2pPr marL="15875" indent="0" algn="r">
              <a:spcBef>
                <a:spcPts val="0"/>
              </a:spcBef>
              <a:spcAft>
                <a:spcPts val="600"/>
              </a:spcAft>
              <a:buNone/>
              <a:tabLst/>
              <a:defRPr sz="4800" b="1" i="0">
                <a:solidFill>
                  <a:schemeClr val="bg1"/>
                </a:solidFill>
                <a:latin typeface="Open Sans SemiBold" charset="0"/>
                <a:ea typeface="Open Sans SemiBold" charset="0"/>
                <a:cs typeface="Open Sans SemiBold"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p:txBody>
      </p:sp>
      <p:sp>
        <p:nvSpPr>
          <p:cNvPr id="51" name="object 3">
            <a:extLst>
              <a:ext uri="{FF2B5EF4-FFF2-40B4-BE49-F238E27FC236}">
                <a16:creationId xmlns:a16="http://schemas.microsoft.com/office/drawing/2014/main" id="{539294E6-39CD-433D-A734-598BC9EDA507}"/>
              </a:ext>
            </a:extLst>
          </p:cNvPr>
          <p:cNvSpPr/>
          <p:nvPr userDrawn="1"/>
        </p:nvSpPr>
        <p:spPr>
          <a:xfrm>
            <a:off x="18717185"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2" name="object 4">
            <a:extLst>
              <a:ext uri="{FF2B5EF4-FFF2-40B4-BE49-F238E27FC236}">
                <a16:creationId xmlns:a16="http://schemas.microsoft.com/office/drawing/2014/main" id="{08813757-5ABC-422C-BDE8-D415A029A234}"/>
              </a:ext>
            </a:extLst>
          </p:cNvPr>
          <p:cNvSpPr/>
          <p:nvPr userDrawn="1"/>
        </p:nvSpPr>
        <p:spPr>
          <a:xfrm>
            <a:off x="18717185"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4" name="object 13">
            <a:extLst>
              <a:ext uri="{FF2B5EF4-FFF2-40B4-BE49-F238E27FC236}">
                <a16:creationId xmlns:a16="http://schemas.microsoft.com/office/drawing/2014/main" id="{B190223F-D3BE-46AD-B7C8-D8B2E0809B8C}"/>
              </a:ext>
            </a:extLst>
          </p:cNvPr>
          <p:cNvSpPr/>
          <p:nvPr userDrawn="1"/>
        </p:nvSpPr>
        <p:spPr>
          <a:xfrm>
            <a:off x="2020301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99F2EF54-D663-48FD-AD2C-2927FF399323}"/>
              </a:ext>
            </a:extLst>
          </p:cNvPr>
          <p:cNvSpPr/>
          <p:nvPr userDrawn="1"/>
        </p:nvSpPr>
        <p:spPr>
          <a:xfrm>
            <a:off x="2020301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7" name="object 23">
            <a:extLst>
              <a:ext uri="{FF2B5EF4-FFF2-40B4-BE49-F238E27FC236}">
                <a16:creationId xmlns:a16="http://schemas.microsoft.com/office/drawing/2014/main" id="{8041F301-C5F2-4E61-9BFB-6BE525D5F8E3}"/>
              </a:ext>
            </a:extLst>
          </p:cNvPr>
          <p:cNvSpPr/>
          <p:nvPr userDrawn="1"/>
        </p:nvSpPr>
        <p:spPr>
          <a:xfrm>
            <a:off x="1721887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8" name="object 24">
            <a:extLst>
              <a:ext uri="{FF2B5EF4-FFF2-40B4-BE49-F238E27FC236}">
                <a16:creationId xmlns:a16="http://schemas.microsoft.com/office/drawing/2014/main" id="{EA07C525-DF81-4BE4-A52B-9781520A43C1}"/>
              </a:ext>
            </a:extLst>
          </p:cNvPr>
          <p:cNvSpPr/>
          <p:nvPr userDrawn="1"/>
        </p:nvSpPr>
        <p:spPr>
          <a:xfrm>
            <a:off x="1721887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6" name="Slide Number">
            <a:extLst>
              <a:ext uri="{FF2B5EF4-FFF2-40B4-BE49-F238E27FC236}">
                <a16:creationId xmlns:a16="http://schemas.microsoft.com/office/drawing/2014/main" id="{4370A050-9140-48B8-9989-206E74D62483}"/>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59" name="Footer Placeholder 8">
            <a:extLst>
              <a:ext uri="{FF2B5EF4-FFF2-40B4-BE49-F238E27FC236}">
                <a16:creationId xmlns:a16="http://schemas.microsoft.com/office/drawing/2014/main" id="{468D4C83-4E32-406E-865F-84E36AC55A6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
        <p:nvSpPr>
          <p:cNvPr id="50" name="object 3">
            <a:extLst>
              <a:ext uri="{FF2B5EF4-FFF2-40B4-BE49-F238E27FC236}">
                <a16:creationId xmlns:a16="http://schemas.microsoft.com/office/drawing/2014/main" id="{02BA2B2F-28E1-46A9-83C6-5EC36752A19C}"/>
              </a:ext>
            </a:extLst>
          </p:cNvPr>
          <p:cNvSpPr/>
          <p:nvPr userDrawn="1"/>
        </p:nvSpPr>
        <p:spPr>
          <a:xfrm>
            <a:off x="18717185"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53" name="object 13">
            <a:extLst>
              <a:ext uri="{FF2B5EF4-FFF2-40B4-BE49-F238E27FC236}">
                <a16:creationId xmlns:a16="http://schemas.microsoft.com/office/drawing/2014/main" id="{AC947F85-D8E9-4759-B6FD-1648EB1BF720}"/>
              </a:ext>
            </a:extLst>
          </p:cNvPr>
          <p:cNvSpPr/>
          <p:nvPr userDrawn="1"/>
        </p:nvSpPr>
        <p:spPr>
          <a:xfrm>
            <a:off x="2020301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0" name="object 23">
            <a:extLst>
              <a:ext uri="{FF2B5EF4-FFF2-40B4-BE49-F238E27FC236}">
                <a16:creationId xmlns:a16="http://schemas.microsoft.com/office/drawing/2014/main" id="{89DE5BBB-276C-4C4A-8787-D11BD0018006}"/>
              </a:ext>
            </a:extLst>
          </p:cNvPr>
          <p:cNvSpPr/>
          <p:nvPr userDrawn="1"/>
        </p:nvSpPr>
        <p:spPr>
          <a:xfrm>
            <a:off x="1721887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1" name="object 33">
            <a:extLst>
              <a:ext uri="{FF2B5EF4-FFF2-40B4-BE49-F238E27FC236}">
                <a16:creationId xmlns:a16="http://schemas.microsoft.com/office/drawing/2014/main" id="{377E428F-5ACF-4D87-9EFF-EFC8411555CF}"/>
              </a:ext>
            </a:extLst>
          </p:cNvPr>
          <p:cNvSpPr/>
          <p:nvPr userDrawn="1"/>
        </p:nvSpPr>
        <p:spPr>
          <a:xfrm>
            <a:off x="5235401"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19608"/>
            </a:srgbClr>
          </a:solidFill>
        </p:spPr>
        <p:txBody>
          <a:bodyPr wrap="square" lIns="0" tIns="0" rIns="0" bIns="0" rtlCol="0"/>
          <a:lstStyle/>
          <a:p>
            <a:endParaRPr/>
          </a:p>
        </p:txBody>
      </p:sp>
      <p:sp>
        <p:nvSpPr>
          <p:cNvPr id="62" name="object 34">
            <a:extLst>
              <a:ext uri="{FF2B5EF4-FFF2-40B4-BE49-F238E27FC236}">
                <a16:creationId xmlns:a16="http://schemas.microsoft.com/office/drawing/2014/main" id="{E310FD00-2B8C-4A01-AC54-043B93634232}"/>
              </a:ext>
            </a:extLst>
          </p:cNvPr>
          <p:cNvSpPr/>
          <p:nvPr userDrawn="1"/>
        </p:nvSpPr>
        <p:spPr>
          <a:xfrm>
            <a:off x="6733714"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25000"/>
            </a:srgbClr>
          </a:solidFill>
        </p:spPr>
        <p:txBody>
          <a:bodyPr wrap="square" lIns="0" tIns="0" rIns="0" bIns="0" rtlCol="0"/>
          <a:lstStyle/>
          <a:p>
            <a:endParaRPr/>
          </a:p>
        </p:txBody>
      </p:sp>
      <p:sp>
        <p:nvSpPr>
          <p:cNvPr id="63" name="object 35">
            <a:extLst>
              <a:ext uri="{FF2B5EF4-FFF2-40B4-BE49-F238E27FC236}">
                <a16:creationId xmlns:a16="http://schemas.microsoft.com/office/drawing/2014/main" id="{22F89CDC-9BE5-44B1-A20F-32E81D58FF31}"/>
              </a:ext>
            </a:extLst>
          </p:cNvPr>
          <p:cNvSpPr/>
          <p:nvPr userDrawn="1"/>
        </p:nvSpPr>
        <p:spPr>
          <a:xfrm>
            <a:off x="8232026"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50"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6" y="464699"/>
                </a:lnTo>
                <a:lnTo>
                  <a:pt x="837670" y="418835"/>
                </a:lnTo>
                <a:lnTo>
                  <a:pt x="835166"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50" y="22532"/>
                </a:lnTo>
                <a:lnTo>
                  <a:pt x="510119" y="10014"/>
                </a:lnTo>
                <a:lnTo>
                  <a:pt x="464699" y="2503"/>
                </a:lnTo>
                <a:lnTo>
                  <a:pt x="418835" y="0"/>
                </a:lnTo>
                <a:close/>
              </a:path>
            </a:pathLst>
          </a:custGeom>
          <a:solidFill>
            <a:srgbClr val="FFFFFF">
              <a:alpha val="30000"/>
            </a:srgbClr>
          </a:solidFill>
        </p:spPr>
        <p:txBody>
          <a:bodyPr wrap="square" lIns="0" tIns="0" rIns="0" bIns="0" rtlCol="0"/>
          <a:lstStyle/>
          <a:p>
            <a:endParaRPr/>
          </a:p>
        </p:txBody>
      </p:sp>
      <p:sp>
        <p:nvSpPr>
          <p:cNvPr id="64" name="object 36">
            <a:extLst>
              <a:ext uri="{FF2B5EF4-FFF2-40B4-BE49-F238E27FC236}">
                <a16:creationId xmlns:a16="http://schemas.microsoft.com/office/drawing/2014/main" id="{79234A2A-C563-4AF6-9197-BD4182D78B26}"/>
              </a:ext>
            </a:extLst>
          </p:cNvPr>
          <p:cNvSpPr/>
          <p:nvPr userDrawn="1"/>
        </p:nvSpPr>
        <p:spPr>
          <a:xfrm>
            <a:off x="9730340"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35000"/>
            </a:srgbClr>
          </a:solidFill>
        </p:spPr>
        <p:txBody>
          <a:bodyPr wrap="square" lIns="0" tIns="0" rIns="0" bIns="0" rtlCol="0"/>
          <a:lstStyle/>
          <a:p>
            <a:endParaRPr/>
          </a:p>
        </p:txBody>
      </p:sp>
      <p:sp>
        <p:nvSpPr>
          <p:cNvPr id="65" name="object 37">
            <a:extLst>
              <a:ext uri="{FF2B5EF4-FFF2-40B4-BE49-F238E27FC236}">
                <a16:creationId xmlns:a16="http://schemas.microsoft.com/office/drawing/2014/main" id="{4F65628B-5667-401B-9D9F-68B283EE5CB9}"/>
              </a:ext>
            </a:extLst>
          </p:cNvPr>
          <p:cNvSpPr/>
          <p:nvPr userDrawn="1"/>
        </p:nvSpPr>
        <p:spPr>
          <a:xfrm>
            <a:off x="11228651"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5" y="510119"/>
                </a:lnTo>
                <a:lnTo>
                  <a:pt x="835166" y="464699"/>
                </a:lnTo>
                <a:lnTo>
                  <a:pt x="837670" y="418835"/>
                </a:lnTo>
                <a:lnTo>
                  <a:pt x="835166" y="372971"/>
                </a:lnTo>
                <a:lnTo>
                  <a:pt x="827655"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40000"/>
            </a:srgbClr>
          </a:solidFill>
        </p:spPr>
        <p:txBody>
          <a:bodyPr wrap="square" lIns="0" tIns="0" rIns="0" bIns="0" rtlCol="0"/>
          <a:lstStyle/>
          <a:p>
            <a:endParaRPr/>
          </a:p>
        </p:txBody>
      </p:sp>
      <p:sp>
        <p:nvSpPr>
          <p:cNvPr id="66" name="object 38">
            <a:extLst>
              <a:ext uri="{FF2B5EF4-FFF2-40B4-BE49-F238E27FC236}">
                <a16:creationId xmlns:a16="http://schemas.microsoft.com/office/drawing/2014/main" id="{488AFE9B-9D23-44C6-A46F-071B5207D864}"/>
              </a:ext>
            </a:extLst>
          </p:cNvPr>
          <p:cNvSpPr/>
          <p:nvPr userDrawn="1"/>
        </p:nvSpPr>
        <p:spPr>
          <a:xfrm>
            <a:off x="12726965" y="8247471"/>
            <a:ext cx="767298" cy="767298"/>
          </a:xfrm>
          <a:custGeom>
            <a:avLst/>
            <a:gdLst/>
            <a:ahLst/>
            <a:cxnLst/>
            <a:rect l="l" t="t" r="r" b="b"/>
            <a:pathLst>
              <a:path w="838200" h="838200">
                <a:moveTo>
                  <a:pt x="418835" y="0"/>
                </a:moveTo>
                <a:lnTo>
                  <a:pt x="372971"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1" y="835167"/>
                </a:lnTo>
                <a:lnTo>
                  <a:pt x="418835" y="837670"/>
                </a:lnTo>
                <a:lnTo>
                  <a:pt x="464700" y="835167"/>
                </a:lnTo>
                <a:lnTo>
                  <a:pt x="510119" y="827656"/>
                </a:lnTo>
                <a:lnTo>
                  <a:pt x="554651" y="815138"/>
                </a:lnTo>
                <a:lnTo>
                  <a:pt x="597848" y="797613"/>
                </a:lnTo>
                <a:lnTo>
                  <a:pt x="639268" y="775081"/>
                </a:lnTo>
                <a:lnTo>
                  <a:pt x="678466" y="747542"/>
                </a:lnTo>
                <a:lnTo>
                  <a:pt x="714997" y="714996"/>
                </a:lnTo>
                <a:lnTo>
                  <a:pt x="747544" y="678465"/>
                </a:lnTo>
                <a:lnTo>
                  <a:pt x="775083" y="639267"/>
                </a:lnTo>
                <a:lnTo>
                  <a:pt x="797615" y="597848"/>
                </a:lnTo>
                <a:lnTo>
                  <a:pt x="815140" y="554650"/>
                </a:lnTo>
                <a:lnTo>
                  <a:pt x="827657" y="510119"/>
                </a:lnTo>
                <a:lnTo>
                  <a:pt x="835168" y="464699"/>
                </a:lnTo>
                <a:lnTo>
                  <a:pt x="837672" y="418835"/>
                </a:lnTo>
                <a:lnTo>
                  <a:pt x="835168" y="372971"/>
                </a:lnTo>
                <a:lnTo>
                  <a:pt x="827657" y="327551"/>
                </a:lnTo>
                <a:lnTo>
                  <a:pt x="815140" y="283020"/>
                </a:lnTo>
                <a:lnTo>
                  <a:pt x="797615" y="239823"/>
                </a:lnTo>
                <a:lnTo>
                  <a:pt x="775083" y="198403"/>
                </a:lnTo>
                <a:lnTo>
                  <a:pt x="747544" y="159205"/>
                </a:lnTo>
                <a:lnTo>
                  <a:pt x="714997" y="122674"/>
                </a:lnTo>
                <a:lnTo>
                  <a:pt x="678466" y="90128"/>
                </a:lnTo>
                <a:lnTo>
                  <a:pt x="639268" y="62588"/>
                </a:lnTo>
                <a:lnTo>
                  <a:pt x="597848" y="40056"/>
                </a:lnTo>
                <a:lnTo>
                  <a:pt x="554651" y="22532"/>
                </a:lnTo>
                <a:lnTo>
                  <a:pt x="510119" y="10014"/>
                </a:lnTo>
                <a:lnTo>
                  <a:pt x="464700" y="2503"/>
                </a:lnTo>
                <a:lnTo>
                  <a:pt x="418835" y="0"/>
                </a:lnTo>
                <a:close/>
              </a:path>
            </a:pathLst>
          </a:custGeom>
          <a:solidFill>
            <a:srgbClr val="FFFFFF">
              <a:alpha val="45000"/>
            </a:srgbClr>
          </a:solidFill>
        </p:spPr>
        <p:txBody>
          <a:bodyPr wrap="square" lIns="0" tIns="0" rIns="0" bIns="0" rtlCol="0"/>
          <a:lstStyle/>
          <a:p>
            <a:endParaRPr/>
          </a:p>
        </p:txBody>
      </p:sp>
      <p:sp>
        <p:nvSpPr>
          <p:cNvPr id="67" name="object 39">
            <a:extLst>
              <a:ext uri="{FF2B5EF4-FFF2-40B4-BE49-F238E27FC236}">
                <a16:creationId xmlns:a16="http://schemas.microsoft.com/office/drawing/2014/main" id="{BC3DC380-9F3A-4894-A817-97B2F3C8A749}"/>
              </a:ext>
            </a:extLst>
          </p:cNvPr>
          <p:cNvSpPr/>
          <p:nvPr userDrawn="1"/>
        </p:nvSpPr>
        <p:spPr>
          <a:xfrm>
            <a:off x="1422527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0000"/>
            </a:srgbClr>
          </a:solidFill>
        </p:spPr>
        <p:txBody>
          <a:bodyPr wrap="square" lIns="0" tIns="0" rIns="0" bIns="0" rtlCol="0"/>
          <a:lstStyle/>
          <a:p>
            <a:endParaRPr/>
          </a:p>
        </p:txBody>
      </p:sp>
      <p:sp>
        <p:nvSpPr>
          <p:cNvPr id="68" name="object 40">
            <a:extLst>
              <a:ext uri="{FF2B5EF4-FFF2-40B4-BE49-F238E27FC236}">
                <a16:creationId xmlns:a16="http://schemas.microsoft.com/office/drawing/2014/main" id="{98AD467F-B0C4-49DA-9DCA-3862EC150364}"/>
              </a:ext>
            </a:extLst>
          </p:cNvPr>
          <p:cNvSpPr/>
          <p:nvPr userDrawn="1"/>
        </p:nvSpPr>
        <p:spPr>
          <a:xfrm>
            <a:off x="15723585"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5000"/>
            </a:srgbClr>
          </a:solidFill>
        </p:spPr>
        <p:txBody>
          <a:bodyPr wrap="square" lIns="0" tIns="0" rIns="0" bIns="0" rtlCol="0"/>
          <a:lstStyle/>
          <a:p>
            <a:endParaRPr/>
          </a:p>
        </p:txBody>
      </p:sp>
      <p:sp>
        <p:nvSpPr>
          <p:cNvPr id="69" name="object 41">
            <a:extLst>
              <a:ext uri="{FF2B5EF4-FFF2-40B4-BE49-F238E27FC236}">
                <a16:creationId xmlns:a16="http://schemas.microsoft.com/office/drawing/2014/main" id="{222AA05A-8F40-446A-9D95-60556A1A1DEA}"/>
              </a:ext>
            </a:extLst>
          </p:cNvPr>
          <p:cNvSpPr/>
          <p:nvPr userDrawn="1"/>
        </p:nvSpPr>
        <p:spPr>
          <a:xfrm>
            <a:off x="17221899"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0000"/>
            </a:srgbClr>
          </a:solidFill>
        </p:spPr>
        <p:txBody>
          <a:bodyPr wrap="square" lIns="0" tIns="0" rIns="0" bIns="0" rtlCol="0"/>
          <a:lstStyle/>
          <a:p>
            <a:endParaRPr/>
          </a:p>
        </p:txBody>
      </p:sp>
      <p:sp>
        <p:nvSpPr>
          <p:cNvPr id="70" name="object 42">
            <a:extLst>
              <a:ext uri="{FF2B5EF4-FFF2-40B4-BE49-F238E27FC236}">
                <a16:creationId xmlns:a16="http://schemas.microsoft.com/office/drawing/2014/main" id="{0ECE44EC-5CEE-4052-B399-39CFB7126325}"/>
              </a:ext>
            </a:extLst>
          </p:cNvPr>
          <p:cNvSpPr/>
          <p:nvPr userDrawn="1"/>
        </p:nvSpPr>
        <p:spPr>
          <a:xfrm>
            <a:off x="1872021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5000"/>
            </a:srgbClr>
          </a:solidFill>
        </p:spPr>
        <p:txBody>
          <a:bodyPr wrap="square" lIns="0" tIns="0" rIns="0" bIns="0" rtlCol="0"/>
          <a:lstStyle/>
          <a:p>
            <a:endParaRPr/>
          </a:p>
        </p:txBody>
      </p:sp>
      <p:sp>
        <p:nvSpPr>
          <p:cNvPr id="71" name="object 43">
            <a:extLst>
              <a:ext uri="{FF2B5EF4-FFF2-40B4-BE49-F238E27FC236}">
                <a16:creationId xmlns:a16="http://schemas.microsoft.com/office/drawing/2014/main" id="{35648ABD-860B-479D-8BF2-E4E97746756B}"/>
              </a:ext>
            </a:extLst>
          </p:cNvPr>
          <p:cNvSpPr/>
          <p:nvPr userDrawn="1"/>
        </p:nvSpPr>
        <p:spPr>
          <a:xfrm>
            <a:off x="20218526" y="8247472"/>
            <a:ext cx="767298" cy="767298"/>
          </a:xfrm>
          <a:custGeom>
            <a:avLst/>
            <a:gdLst/>
            <a:ahLst/>
            <a:cxnLst/>
            <a:rect l="l" t="t" r="r" b="b"/>
            <a:pathLst>
              <a:path w="838200" h="838200">
                <a:moveTo>
                  <a:pt x="418838" y="0"/>
                </a:moveTo>
                <a:lnTo>
                  <a:pt x="372973" y="2503"/>
                </a:lnTo>
                <a:lnTo>
                  <a:pt x="327553" y="10014"/>
                </a:lnTo>
                <a:lnTo>
                  <a:pt x="283021" y="22531"/>
                </a:lnTo>
                <a:lnTo>
                  <a:pt x="239823" y="40056"/>
                </a:lnTo>
                <a:lnTo>
                  <a:pt x="198403" y="62588"/>
                </a:lnTo>
                <a:lnTo>
                  <a:pt x="159205" y="90127"/>
                </a:lnTo>
                <a:lnTo>
                  <a:pt x="122674" y="122673"/>
                </a:lnTo>
                <a:lnTo>
                  <a:pt x="90128" y="159204"/>
                </a:lnTo>
                <a:lnTo>
                  <a:pt x="62588" y="198402"/>
                </a:lnTo>
                <a:lnTo>
                  <a:pt x="40056" y="239822"/>
                </a:lnTo>
                <a:lnTo>
                  <a:pt x="22532" y="283020"/>
                </a:lnTo>
                <a:lnTo>
                  <a:pt x="10014" y="327551"/>
                </a:lnTo>
                <a:lnTo>
                  <a:pt x="2503" y="372970"/>
                </a:lnTo>
                <a:lnTo>
                  <a:pt x="0" y="418835"/>
                </a:lnTo>
                <a:lnTo>
                  <a:pt x="2503" y="464699"/>
                </a:lnTo>
                <a:lnTo>
                  <a:pt x="10014" y="510119"/>
                </a:lnTo>
                <a:lnTo>
                  <a:pt x="22532" y="554650"/>
                </a:lnTo>
                <a:lnTo>
                  <a:pt x="40056" y="597847"/>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6"/>
                </a:lnTo>
                <a:lnTo>
                  <a:pt x="418838" y="837670"/>
                </a:lnTo>
                <a:lnTo>
                  <a:pt x="464702" y="835166"/>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7"/>
                </a:lnTo>
                <a:lnTo>
                  <a:pt x="815144" y="554650"/>
                </a:lnTo>
                <a:lnTo>
                  <a:pt x="827661" y="510119"/>
                </a:lnTo>
                <a:lnTo>
                  <a:pt x="835172" y="464699"/>
                </a:lnTo>
                <a:lnTo>
                  <a:pt x="837676" y="418835"/>
                </a:lnTo>
                <a:lnTo>
                  <a:pt x="835172" y="372970"/>
                </a:lnTo>
                <a:lnTo>
                  <a:pt x="827661" y="327551"/>
                </a:lnTo>
                <a:lnTo>
                  <a:pt x="815144" y="283020"/>
                </a:lnTo>
                <a:lnTo>
                  <a:pt x="797619" y="239822"/>
                </a:lnTo>
                <a:lnTo>
                  <a:pt x="775087" y="198402"/>
                </a:lnTo>
                <a:lnTo>
                  <a:pt x="747548" y="159204"/>
                </a:lnTo>
                <a:lnTo>
                  <a:pt x="715001" y="122673"/>
                </a:lnTo>
                <a:lnTo>
                  <a:pt x="678470" y="90127"/>
                </a:lnTo>
                <a:lnTo>
                  <a:pt x="639272" y="62588"/>
                </a:lnTo>
                <a:lnTo>
                  <a:pt x="597852" y="40056"/>
                </a:lnTo>
                <a:lnTo>
                  <a:pt x="554654" y="22531"/>
                </a:lnTo>
                <a:lnTo>
                  <a:pt x="510122" y="10014"/>
                </a:lnTo>
                <a:lnTo>
                  <a:pt x="464702" y="2503"/>
                </a:lnTo>
                <a:lnTo>
                  <a:pt x="418838" y="0"/>
                </a:lnTo>
                <a:close/>
              </a:path>
            </a:pathLst>
          </a:custGeom>
          <a:solidFill>
            <a:srgbClr val="FFFFFF">
              <a:alpha val="70000"/>
            </a:srgbClr>
          </a:solidFill>
        </p:spPr>
        <p:txBody>
          <a:bodyPr wrap="square" lIns="0" tIns="0" rIns="0" bIns="0" rtlCol="0"/>
          <a:lstStyle/>
          <a:p>
            <a:endParaRPr/>
          </a:p>
        </p:txBody>
      </p:sp>
      <p:sp>
        <p:nvSpPr>
          <p:cNvPr id="72" name="object 44">
            <a:extLst>
              <a:ext uri="{FF2B5EF4-FFF2-40B4-BE49-F238E27FC236}">
                <a16:creationId xmlns:a16="http://schemas.microsoft.com/office/drawing/2014/main" id="{48D00AAA-BE6C-4133-A081-DFF872D4E689}"/>
              </a:ext>
            </a:extLst>
          </p:cNvPr>
          <p:cNvSpPr/>
          <p:nvPr userDrawn="1"/>
        </p:nvSpPr>
        <p:spPr>
          <a:xfrm>
            <a:off x="21716838"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75000"/>
            </a:srgbClr>
          </a:solidFill>
        </p:spPr>
        <p:txBody>
          <a:bodyPr wrap="square" lIns="0" tIns="0" rIns="0" bIns="0" rtlCol="0"/>
          <a:lstStyle/>
          <a:p>
            <a:endParaRPr/>
          </a:p>
        </p:txBody>
      </p:sp>
      <p:sp>
        <p:nvSpPr>
          <p:cNvPr id="73" name="object 45">
            <a:extLst>
              <a:ext uri="{FF2B5EF4-FFF2-40B4-BE49-F238E27FC236}">
                <a16:creationId xmlns:a16="http://schemas.microsoft.com/office/drawing/2014/main" id="{D3573513-F7E7-47B5-9F5F-ACB345C69836}"/>
              </a:ext>
            </a:extLst>
          </p:cNvPr>
          <p:cNvSpPr/>
          <p:nvPr userDrawn="1"/>
        </p:nvSpPr>
        <p:spPr>
          <a:xfrm>
            <a:off x="23215151"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80000"/>
            </a:srgbClr>
          </a:solidFill>
        </p:spPr>
        <p:txBody>
          <a:bodyPr wrap="square" lIns="0" tIns="0" rIns="0" bIns="0" rtlCol="0"/>
          <a:lstStyle/>
          <a:p>
            <a:endParaRPr/>
          </a:p>
        </p:txBody>
      </p:sp>
    </p:spTree>
    <p:extLst>
      <p:ext uri="{BB962C8B-B14F-4D97-AF65-F5344CB8AC3E}">
        <p14:creationId xmlns:p14="http://schemas.microsoft.com/office/powerpoint/2010/main" val="250785542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0A8B48C-44BA-4E42-825E-B1C21FD0BCAB}"/>
              </a:ext>
            </a:extLst>
          </p:cNvPr>
          <p:cNvSpPr/>
          <p:nvPr userDrawn="1"/>
        </p:nvSpPr>
        <p:spPr>
          <a:xfrm>
            <a:off x="21099127" y="12241310"/>
            <a:ext cx="3284873" cy="147468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4920425" y="3685632"/>
            <a:ext cx="15233103" cy="5404480"/>
          </a:xfrm>
        </p:spPr>
        <p:txBody>
          <a:bodyPr anchor="ctr"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Click to edit Master title style</a:t>
            </a:r>
          </a:p>
        </p:txBody>
      </p:sp>
      <p:grpSp>
        <p:nvGrpSpPr>
          <p:cNvPr id="5" name="Group 4">
            <a:extLst>
              <a:ext uri="{FF2B5EF4-FFF2-40B4-BE49-F238E27FC236}">
                <a16:creationId xmlns:a16="http://schemas.microsoft.com/office/drawing/2014/main" id="{6CAAAD7A-7B58-4619-8E44-C4F04FD40D26}"/>
              </a:ext>
            </a:extLst>
          </p:cNvPr>
          <p:cNvGrpSpPr/>
          <p:nvPr userDrawn="1"/>
        </p:nvGrpSpPr>
        <p:grpSpPr>
          <a:xfrm rot="164089">
            <a:off x="-207820" y="42312"/>
            <a:ext cx="4468981" cy="12803656"/>
            <a:chOff x="1" y="2083708"/>
            <a:chExt cx="2492196" cy="7140155"/>
          </a:xfrm>
        </p:grpSpPr>
        <p:sp>
          <p:nvSpPr>
            <p:cNvPr id="6" name="object 7">
              <a:extLst>
                <a:ext uri="{FF2B5EF4-FFF2-40B4-BE49-F238E27FC236}">
                  <a16:creationId xmlns:a16="http://schemas.microsoft.com/office/drawing/2014/main" id="{623642BC-BF45-4117-9ADD-2A01B19CEA80}"/>
                </a:ext>
              </a:extLst>
            </p:cNvPr>
            <p:cNvSpPr/>
            <p:nvPr userDrawn="1"/>
          </p:nvSpPr>
          <p:spPr>
            <a:xfrm>
              <a:off x="2118912" y="8848661"/>
              <a:ext cx="370840" cy="371475"/>
            </a:xfrm>
            <a:custGeom>
              <a:avLst/>
              <a:gdLst/>
              <a:ahLst/>
              <a:cxnLst/>
              <a:rect l="l" t="t" r="r" b="b"/>
              <a:pathLst>
                <a:path w="370839" h="371475">
                  <a:moveTo>
                    <a:pt x="162871" y="0"/>
                  </a:moveTo>
                  <a:lnTo>
                    <a:pt x="114418" y="12586"/>
                  </a:lnTo>
                  <a:lnTo>
                    <a:pt x="72418" y="36637"/>
                  </a:lnTo>
                  <a:lnTo>
                    <a:pt x="38425" y="70170"/>
                  </a:lnTo>
                  <a:lnTo>
                    <a:pt x="13990" y="111206"/>
                  </a:lnTo>
                  <a:lnTo>
                    <a:pt x="664" y="157762"/>
                  </a:lnTo>
                  <a:lnTo>
                    <a:pt x="0" y="207857"/>
                  </a:lnTo>
                  <a:lnTo>
                    <a:pt x="12570" y="256355"/>
                  </a:lnTo>
                  <a:lnTo>
                    <a:pt x="36597" y="298394"/>
                  </a:lnTo>
                  <a:lnTo>
                    <a:pt x="70099" y="332421"/>
                  </a:lnTo>
                  <a:lnTo>
                    <a:pt x="111097" y="356881"/>
                  </a:lnTo>
                  <a:lnTo>
                    <a:pt x="157613" y="370221"/>
                  </a:lnTo>
                  <a:lnTo>
                    <a:pt x="207666" y="370887"/>
                  </a:lnTo>
                  <a:lnTo>
                    <a:pt x="256120" y="358300"/>
                  </a:lnTo>
                  <a:lnTo>
                    <a:pt x="298121" y="334249"/>
                  </a:lnTo>
                  <a:lnTo>
                    <a:pt x="332116" y="300715"/>
                  </a:lnTo>
                  <a:lnTo>
                    <a:pt x="356552" y="259678"/>
                  </a:lnTo>
                  <a:lnTo>
                    <a:pt x="369877" y="213119"/>
                  </a:lnTo>
                  <a:lnTo>
                    <a:pt x="370538" y="163020"/>
                  </a:lnTo>
                  <a:lnTo>
                    <a:pt x="357966" y="114526"/>
                  </a:lnTo>
                  <a:lnTo>
                    <a:pt x="333939" y="72489"/>
                  </a:lnTo>
                  <a:lnTo>
                    <a:pt x="300435" y="38464"/>
                  </a:lnTo>
                  <a:lnTo>
                    <a:pt x="259436" y="14005"/>
                  </a:lnTo>
                  <a:lnTo>
                    <a:pt x="212921" y="666"/>
                  </a:lnTo>
                  <a:lnTo>
                    <a:pt x="162871" y="0"/>
                  </a:lnTo>
                  <a:close/>
                </a:path>
              </a:pathLst>
            </a:custGeom>
            <a:solidFill>
              <a:srgbClr val="FFFFFF">
                <a:alpha val="9999"/>
              </a:srgbClr>
            </a:solidFill>
          </p:spPr>
          <p:txBody>
            <a:bodyPr wrap="square" lIns="0" tIns="0" rIns="0" bIns="0" rtlCol="0"/>
            <a:lstStyle/>
            <a:p>
              <a:endParaRPr/>
            </a:p>
          </p:txBody>
        </p:sp>
        <p:sp>
          <p:nvSpPr>
            <p:cNvPr id="7" name="object 8">
              <a:extLst>
                <a:ext uri="{FF2B5EF4-FFF2-40B4-BE49-F238E27FC236}">
                  <a16:creationId xmlns:a16="http://schemas.microsoft.com/office/drawing/2014/main" id="{4C829D8A-8207-4359-9F4F-8869464768E2}"/>
                </a:ext>
              </a:extLst>
            </p:cNvPr>
            <p:cNvSpPr/>
            <p:nvPr userDrawn="1"/>
          </p:nvSpPr>
          <p:spPr>
            <a:xfrm>
              <a:off x="1325040" y="8852388"/>
              <a:ext cx="371475" cy="371475"/>
            </a:xfrm>
            <a:custGeom>
              <a:avLst/>
              <a:gdLst/>
              <a:ahLst/>
              <a:cxnLst/>
              <a:rect l="l" t="t" r="r" b="b"/>
              <a:pathLst>
                <a:path w="371475" h="371475">
                  <a:moveTo>
                    <a:pt x="206023" y="0"/>
                  </a:moveTo>
                  <a:lnTo>
                    <a:pt x="155979" y="1167"/>
                  </a:lnTo>
                  <a:lnTo>
                    <a:pt x="109600" y="14972"/>
                  </a:lnTo>
                  <a:lnTo>
                    <a:pt x="68849" y="39840"/>
                  </a:lnTo>
                  <a:lnTo>
                    <a:pt x="35689" y="74199"/>
                  </a:lnTo>
                  <a:lnTo>
                    <a:pt x="12084" y="116475"/>
                  </a:lnTo>
                  <a:lnTo>
                    <a:pt x="0" y="165095"/>
                  </a:lnTo>
                  <a:lnTo>
                    <a:pt x="1163" y="215184"/>
                  </a:lnTo>
                  <a:lnTo>
                    <a:pt x="14954" y="261606"/>
                  </a:lnTo>
                  <a:lnTo>
                    <a:pt x="39800" y="302395"/>
                  </a:lnTo>
                  <a:lnTo>
                    <a:pt x="74129" y="335585"/>
                  </a:lnTo>
                  <a:lnTo>
                    <a:pt x="116368" y="359211"/>
                  </a:lnTo>
                  <a:lnTo>
                    <a:pt x="164944" y="371307"/>
                  </a:lnTo>
                  <a:lnTo>
                    <a:pt x="214984" y="370142"/>
                  </a:lnTo>
                  <a:lnTo>
                    <a:pt x="261362" y="356339"/>
                  </a:lnTo>
                  <a:lnTo>
                    <a:pt x="302115" y="331470"/>
                  </a:lnTo>
                  <a:lnTo>
                    <a:pt x="335276" y="297109"/>
                  </a:lnTo>
                  <a:lnTo>
                    <a:pt x="358882" y="254832"/>
                  </a:lnTo>
                  <a:lnTo>
                    <a:pt x="370967" y="206211"/>
                  </a:lnTo>
                  <a:lnTo>
                    <a:pt x="369801" y="156126"/>
                  </a:lnTo>
                  <a:lnTo>
                    <a:pt x="356009" y="109705"/>
                  </a:lnTo>
                  <a:lnTo>
                    <a:pt x="331164" y="68916"/>
                  </a:lnTo>
                  <a:lnTo>
                    <a:pt x="296836" y="35724"/>
                  </a:lnTo>
                  <a:lnTo>
                    <a:pt x="254598" y="12096"/>
                  </a:lnTo>
                  <a:lnTo>
                    <a:pt x="206023" y="0"/>
                  </a:lnTo>
                  <a:close/>
                </a:path>
              </a:pathLst>
            </a:custGeom>
            <a:solidFill>
              <a:srgbClr val="FFFFFF">
                <a:alpha val="1642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8407EB41-2F36-420A-948C-F40F9BB5A298}"/>
                </a:ext>
              </a:extLst>
            </p:cNvPr>
            <p:cNvSpPr/>
            <p:nvPr userDrawn="1"/>
          </p:nvSpPr>
          <p:spPr>
            <a:xfrm>
              <a:off x="558450" y="8674937"/>
              <a:ext cx="372745" cy="372745"/>
            </a:xfrm>
            <a:custGeom>
              <a:avLst/>
              <a:gdLst/>
              <a:ahLst/>
              <a:cxnLst/>
              <a:rect l="l" t="t" r="r" b="b"/>
              <a:pathLst>
                <a:path w="372744" h="372745">
                  <a:moveTo>
                    <a:pt x="200087" y="0"/>
                  </a:moveTo>
                  <a:lnTo>
                    <a:pt x="151774" y="2689"/>
                  </a:lnTo>
                  <a:lnTo>
                    <a:pt x="106379" y="17447"/>
                  </a:lnTo>
                  <a:lnTo>
                    <a:pt x="66175" y="43195"/>
                  </a:lnTo>
                  <a:lnTo>
                    <a:pt x="33439" y="78857"/>
                  </a:lnTo>
                  <a:lnTo>
                    <a:pt x="10443" y="123355"/>
                  </a:lnTo>
                  <a:lnTo>
                    <a:pt x="0" y="172355"/>
                  </a:lnTo>
                  <a:lnTo>
                    <a:pt x="2686" y="220711"/>
                  </a:lnTo>
                  <a:lnTo>
                    <a:pt x="17428" y="266146"/>
                  </a:lnTo>
                  <a:lnTo>
                    <a:pt x="43150" y="306385"/>
                  </a:lnTo>
                  <a:lnTo>
                    <a:pt x="78779" y="339153"/>
                  </a:lnTo>
                  <a:lnTo>
                    <a:pt x="123240" y="362173"/>
                  </a:lnTo>
                  <a:lnTo>
                    <a:pt x="172192" y="372630"/>
                  </a:lnTo>
                  <a:lnTo>
                    <a:pt x="220502" y="369942"/>
                  </a:lnTo>
                  <a:lnTo>
                    <a:pt x="265896" y="355186"/>
                  </a:lnTo>
                  <a:lnTo>
                    <a:pt x="306101" y="329439"/>
                  </a:lnTo>
                  <a:lnTo>
                    <a:pt x="338840" y="293775"/>
                  </a:lnTo>
                  <a:lnTo>
                    <a:pt x="361840" y="249273"/>
                  </a:lnTo>
                  <a:lnTo>
                    <a:pt x="372283" y="200273"/>
                  </a:lnTo>
                  <a:lnTo>
                    <a:pt x="369597" y="151918"/>
                  </a:lnTo>
                  <a:lnTo>
                    <a:pt x="354855" y="106483"/>
                  </a:lnTo>
                  <a:lnTo>
                    <a:pt x="329133" y="66243"/>
                  </a:lnTo>
                  <a:lnTo>
                    <a:pt x="293504" y="33476"/>
                  </a:lnTo>
                  <a:lnTo>
                    <a:pt x="249043" y="10455"/>
                  </a:lnTo>
                  <a:lnTo>
                    <a:pt x="200087" y="0"/>
                  </a:lnTo>
                  <a:close/>
                </a:path>
              </a:pathLst>
            </a:custGeom>
            <a:solidFill>
              <a:srgbClr val="FFFFFF">
                <a:alpha val="22859"/>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A978A70C-3725-4465-862F-537E45868A6A}"/>
                </a:ext>
              </a:extLst>
            </p:cNvPr>
            <p:cNvSpPr/>
            <p:nvPr userDrawn="1"/>
          </p:nvSpPr>
          <p:spPr>
            <a:xfrm>
              <a:off x="1" y="8326194"/>
              <a:ext cx="230504" cy="374015"/>
            </a:xfrm>
            <a:custGeom>
              <a:avLst/>
              <a:gdLst/>
              <a:ahLst/>
              <a:cxnLst/>
              <a:rect l="l" t="t" r="r" b="b"/>
              <a:pathLst>
                <a:path w="230504" h="374015">
                  <a:moveTo>
                    <a:pt x="36763" y="0"/>
                  </a:moveTo>
                  <a:lnTo>
                    <a:pt x="0" y="5067"/>
                  </a:lnTo>
                  <a:lnTo>
                    <a:pt x="0" y="368336"/>
                  </a:lnTo>
                  <a:lnTo>
                    <a:pt x="45198" y="373476"/>
                  </a:lnTo>
                  <a:lnTo>
                    <a:pt x="89869" y="367643"/>
                  </a:lnTo>
                  <a:lnTo>
                    <a:pt x="131938" y="351275"/>
                  </a:lnTo>
                  <a:lnTo>
                    <a:pt x="169333" y="324808"/>
                  </a:lnTo>
                  <a:lnTo>
                    <a:pt x="199981" y="288681"/>
                  </a:lnTo>
                  <a:lnTo>
                    <a:pt x="221488" y="243436"/>
                  </a:lnTo>
                  <a:lnTo>
                    <a:pt x="230072" y="195772"/>
                  </a:lnTo>
                  <a:lnTo>
                    <a:pt x="226252" y="148152"/>
                  </a:lnTo>
                  <a:lnTo>
                    <a:pt x="210546" y="103038"/>
                  </a:lnTo>
                  <a:lnTo>
                    <a:pt x="183473" y="62897"/>
                  </a:lnTo>
                  <a:lnTo>
                    <a:pt x="145551" y="30190"/>
                  </a:lnTo>
                  <a:lnTo>
                    <a:pt x="110695" y="12313"/>
                  </a:lnTo>
                  <a:lnTo>
                    <a:pt x="36763" y="0"/>
                  </a:lnTo>
                  <a:close/>
                </a:path>
              </a:pathLst>
            </a:custGeom>
            <a:solidFill>
              <a:srgbClr val="FFFFFF">
                <a:alpha val="29289"/>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2A7DF299-6289-4392-AFAD-2B3E84F77E99}"/>
                </a:ext>
              </a:extLst>
            </p:cNvPr>
            <p:cNvSpPr/>
            <p:nvPr userDrawn="1"/>
          </p:nvSpPr>
          <p:spPr>
            <a:xfrm>
              <a:off x="180971" y="2443735"/>
              <a:ext cx="372745" cy="373380"/>
            </a:xfrm>
            <a:custGeom>
              <a:avLst/>
              <a:gdLst/>
              <a:ahLst/>
              <a:cxnLst/>
              <a:rect l="l" t="t" r="r" b="b"/>
              <a:pathLst>
                <a:path w="372745" h="373380">
                  <a:moveTo>
                    <a:pt x="197927" y="0"/>
                  </a:moveTo>
                  <a:lnTo>
                    <a:pt x="149651" y="3252"/>
                  </a:lnTo>
                  <a:lnTo>
                    <a:pt x="102343" y="19627"/>
                  </a:lnTo>
                  <a:lnTo>
                    <a:pt x="61033" y="47924"/>
                  </a:lnTo>
                  <a:lnTo>
                    <a:pt x="29680" y="84813"/>
                  </a:lnTo>
                  <a:lnTo>
                    <a:pt x="9072" y="127904"/>
                  </a:lnTo>
                  <a:lnTo>
                    <a:pt x="0" y="174805"/>
                  </a:lnTo>
                  <a:lnTo>
                    <a:pt x="3249" y="223126"/>
                  </a:lnTo>
                  <a:lnTo>
                    <a:pt x="19609" y="270477"/>
                  </a:lnTo>
                  <a:lnTo>
                    <a:pt x="47877" y="311825"/>
                  </a:lnTo>
                  <a:lnTo>
                    <a:pt x="84732" y="343207"/>
                  </a:lnTo>
                  <a:lnTo>
                    <a:pt x="127783" y="363833"/>
                  </a:lnTo>
                  <a:lnTo>
                    <a:pt x="174643" y="372914"/>
                  </a:lnTo>
                  <a:lnTo>
                    <a:pt x="222922" y="369661"/>
                  </a:lnTo>
                  <a:lnTo>
                    <a:pt x="270230" y="353286"/>
                  </a:lnTo>
                  <a:lnTo>
                    <a:pt x="311537" y="324992"/>
                  </a:lnTo>
                  <a:lnTo>
                    <a:pt x="342888" y="288104"/>
                  </a:lnTo>
                  <a:lnTo>
                    <a:pt x="363495" y="245013"/>
                  </a:lnTo>
                  <a:lnTo>
                    <a:pt x="372568" y="198111"/>
                  </a:lnTo>
                  <a:lnTo>
                    <a:pt x="369317" y="149788"/>
                  </a:lnTo>
                  <a:lnTo>
                    <a:pt x="352953" y="102437"/>
                  </a:lnTo>
                  <a:lnTo>
                    <a:pt x="324686" y="61088"/>
                  </a:lnTo>
                  <a:lnTo>
                    <a:pt x="287834" y="29707"/>
                  </a:lnTo>
                  <a:lnTo>
                    <a:pt x="244785" y="9081"/>
                  </a:lnTo>
                  <a:lnTo>
                    <a:pt x="197927" y="0"/>
                  </a:lnTo>
                  <a:close/>
                </a:path>
              </a:pathLst>
            </a:custGeom>
            <a:solidFill>
              <a:srgbClr val="FFFFFF">
                <a:alpha val="8713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515E665-7A5B-4EB4-B77B-E0FAE30F12CF}"/>
                </a:ext>
              </a:extLst>
            </p:cNvPr>
            <p:cNvSpPr/>
            <p:nvPr userDrawn="1"/>
          </p:nvSpPr>
          <p:spPr>
            <a:xfrm>
              <a:off x="915627" y="2175409"/>
              <a:ext cx="373380" cy="374015"/>
            </a:xfrm>
            <a:custGeom>
              <a:avLst/>
              <a:gdLst/>
              <a:ahLst/>
              <a:cxnLst/>
              <a:rect l="l" t="t" r="r" b="b"/>
              <a:pathLst>
                <a:path w="373380" h="374014">
                  <a:moveTo>
                    <a:pt x="193330" y="0"/>
                  </a:moveTo>
                  <a:lnTo>
                    <a:pt x="143517" y="4954"/>
                  </a:lnTo>
                  <a:lnTo>
                    <a:pt x="96782" y="22893"/>
                  </a:lnTo>
                  <a:lnTo>
                    <a:pt x="57741" y="51501"/>
                  </a:lnTo>
                  <a:lnTo>
                    <a:pt x="27717" y="88635"/>
                  </a:lnTo>
                  <a:lnTo>
                    <a:pt x="8029" y="132153"/>
                  </a:lnTo>
                  <a:lnTo>
                    <a:pt x="0" y="179911"/>
                  </a:lnTo>
                  <a:lnTo>
                    <a:pt x="4949" y="229769"/>
                  </a:lnTo>
                  <a:lnTo>
                    <a:pt x="22873" y="276550"/>
                  </a:lnTo>
                  <a:lnTo>
                    <a:pt x="51456" y="315628"/>
                  </a:lnTo>
                  <a:lnTo>
                    <a:pt x="88558" y="345680"/>
                  </a:lnTo>
                  <a:lnTo>
                    <a:pt x="132036" y="365386"/>
                  </a:lnTo>
                  <a:lnTo>
                    <a:pt x="179751" y="373424"/>
                  </a:lnTo>
                  <a:lnTo>
                    <a:pt x="229559" y="368474"/>
                  </a:lnTo>
                  <a:lnTo>
                    <a:pt x="276299" y="350534"/>
                  </a:lnTo>
                  <a:lnTo>
                    <a:pt x="315342" y="321924"/>
                  </a:lnTo>
                  <a:lnTo>
                    <a:pt x="345368" y="284789"/>
                  </a:lnTo>
                  <a:lnTo>
                    <a:pt x="365057" y="241270"/>
                  </a:lnTo>
                  <a:lnTo>
                    <a:pt x="373087" y="193512"/>
                  </a:lnTo>
                  <a:lnTo>
                    <a:pt x="368137" y="143658"/>
                  </a:lnTo>
                  <a:lnTo>
                    <a:pt x="350214" y="96876"/>
                  </a:lnTo>
                  <a:lnTo>
                    <a:pt x="321630" y="57797"/>
                  </a:lnTo>
                  <a:lnTo>
                    <a:pt x="284528" y="27743"/>
                  </a:lnTo>
                  <a:lnTo>
                    <a:pt x="241047" y="8037"/>
                  </a:lnTo>
                  <a:lnTo>
                    <a:pt x="193330" y="0"/>
                  </a:lnTo>
                  <a:close/>
                </a:path>
              </a:pathLst>
            </a:custGeom>
            <a:solidFill>
              <a:srgbClr val="FFFFFF">
                <a:alpha val="9356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EA108E4C-0FDE-4A79-95EE-9E9A87260EBD}"/>
                </a:ext>
              </a:extLst>
            </p:cNvPr>
            <p:cNvSpPr/>
            <p:nvPr userDrawn="1"/>
          </p:nvSpPr>
          <p:spPr>
            <a:xfrm>
              <a:off x="1703742" y="2083708"/>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9"/>
                  </a:lnTo>
                  <a:lnTo>
                    <a:pt x="137008" y="366909"/>
                  </a:lnTo>
                  <a:lnTo>
                    <a:pt x="186620" y="373581"/>
                  </a:lnTo>
                  <a:lnTo>
                    <a:pt x="236232" y="366909"/>
                  </a:lnTo>
                  <a:lnTo>
                    <a:pt x="280811" y="348079"/>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solidFill>
          </p:spPr>
          <p:txBody>
            <a:bodyPr wrap="square" lIns="0" tIns="0" rIns="0" bIns="0" rtlCol="0"/>
            <a:lstStyle/>
            <a:p>
              <a:endParaRPr/>
            </a:p>
          </p:txBody>
        </p:sp>
        <p:sp>
          <p:nvSpPr>
            <p:cNvPr id="14" name="object 14">
              <a:extLst>
                <a:ext uri="{FF2B5EF4-FFF2-40B4-BE49-F238E27FC236}">
                  <a16:creationId xmlns:a16="http://schemas.microsoft.com/office/drawing/2014/main" id="{EC94A245-5070-4654-B9D0-B34B0176C761}"/>
                </a:ext>
              </a:extLst>
            </p:cNvPr>
            <p:cNvSpPr/>
            <p:nvPr userDrawn="1"/>
          </p:nvSpPr>
          <p:spPr>
            <a:xfrm>
              <a:off x="2119832" y="8009782"/>
              <a:ext cx="371475" cy="371475"/>
            </a:xfrm>
            <a:custGeom>
              <a:avLst/>
              <a:gdLst/>
              <a:ahLst/>
              <a:cxnLst/>
              <a:rect l="l" t="t" r="r" b="b"/>
              <a:pathLst>
                <a:path w="371475" h="371475">
                  <a:moveTo>
                    <a:pt x="205768" y="0"/>
                  </a:moveTo>
                  <a:lnTo>
                    <a:pt x="155731" y="1354"/>
                  </a:lnTo>
                  <a:lnTo>
                    <a:pt x="107825" y="15876"/>
                  </a:lnTo>
                  <a:lnTo>
                    <a:pt x="66827" y="41596"/>
                  </a:lnTo>
                  <a:lnTo>
                    <a:pt x="34208" y="76469"/>
                  </a:lnTo>
                  <a:lnTo>
                    <a:pt x="11442" y="118455"/>
                  </a:lnTo>
                  <a:lnTo>
                    <a:pt x="0" y="165510"/>
                  </a:lnTo>
                  <a:lnTo>
                    <a:pt x="1352" y="215594"/>
                  </a:lnTo>
                  <a:lnTo>
                    <a:pt x="15862" y="263544"/>
                  </a:lnTo>
                  <a:lnTo>
                    <a:pt x="41560" y="304582"/>
                  </a:lnTo>
                  <a:lnTo>
                    <a:pt x="76405" y="337231"/>
                  </a:lnTo>
                  <a:lnTo>
                    <a:pt x="118355" y="360019"/>
                  </a:lnTo>
                  <a:lnTo>
                    <a:pt x="165369" y="371471"/>
                  </a:lnTo>
                  <a:lnTo>
                    <a:pt x="215408" y="370114"/>
                  </a:lnTo>
                  <a:lnTo>
                    <a:pt x="263314" y="355591"/>
                  </a:lnTo>
                  <a:lnTo>
                    <a:pt x="304312" y="329872"/>
                  </a:lnTo>
                  <a:lnTo>
                    <a:pt x="336930" y="294998"/>
                  </a:lnTo>
                  <a:lnTo>
                    <a:pt x="359696" y="253012"/>
                  </a:lnTo>
                  <a:lnTo>
                    <a:pt x="371139" y="205956"/>
                  </a:lnTo>
                  <a:lnTo>
                    <a:pt x="369786" y="155873"/>
                  </a:lnTo>
                  <a:lnTo>
                    <a:pt x="355272" y="107920"/>
                  </a:lnTo>
                  <a:lnTo>
                    <a:pt x="329574" y="66883"/>
                  </a:lnTo>
                  <a:lnTo>
                    <a:pt x="294730" y="34236"/>
                  </a:lnTo>
                  <a:lnTo>
                    <a:pt x="252781" y="11451"/>
                  </a:lnTo>
                  <a:lnTo>
                    <a:pt x="205768" y="0"/>
                  </a:lnTo>
                  <a:close/>
                </a:path>
              </a:pathLst>
            </a:custGeom>
            <a:solidFill>
              <a:srgbClr val="FFFFFF">
                <a:alpha val="9999"/>
              </a:srgbClr>
            </a:solidFill>
          </p:spPr>
          <p:txBody>
            <a:bodyPr wrap="square" lIns="0" tIns="0" rIns="0" bIns="0" rtlCol="0"/>
            <a:lstStyle/>
            <a:p>
              <a:endParaRPr/>
            </a:p>
          </p:txBody>
        </p:sp>
        <p:sp>
          <p:nvSpPr>
            <p:cNvPr id="15" name="object 15">
              <a:extLst>
                <a:ext uri="{FF2B5EF4-FFF2-40B4-BE49-F238E27FC236}">
                  <a16:creationId xmlns:a16="http://schemas.microsoft.com/office/drawing/2014/main" id="{995E0190-E45D-46AD-808B-0684E237E0DE}"/>
                </a:ext>
              </a:extLst>
            </p:cNvPr>
            <p:cNvSpPr/>
            <p:nvPr userDrawn="1"/>
          </p:nvSpPr>
          <p:spPr>
            <a:xfrm>
              <a:off x="1413251" y="8026836"/>
              <a:ext cx="371475" cy="371475"/>
            </a:xfrm>
            <a:custGeom>
              <a:avLst/>
              <a:gdLst/>
              <a:ahLst/>
              <a:cxnLst/>
              <a:rect l="l" t="t" r="r" b="b"/>
              <a:pathLst>
                <a:path w="371475" h="371475">
                  <a:moveTo>
                    <a:pt x="206326" y="0"/>
                  </a:moveTo>
                  <a:lnTo>
                    <a:pt x="156281" y="1075"/>
                  </a:lnTo>
                  <a:lnTo>
                    <a:pt x="109876" y="14794"/>
                  </a:lnTo>
                  <a:lnTo>
                    <a:pt x="69079" y="39588"/>
                  </a:lnTo>
                  <a:lnTo>
                    <a:pt x="35855" y="73887"/>
                  </a:lnTo>
                  <a:lnTo>
                    <a:pt x="12173" y="116119"/>
                  </a:lnTo>
                  <a:lnTo>
                    <a:pt x="0" y="164717"/>
                  </a:lnTo>
                  <a:lnTo>
                    <a:pt x="1074" y="214808"/>
                  </a:lnTo>
                  <a:lnTo>
                    <a:pt x="14780" y="261255"/>
                  </a:lnTo>
                  <a:lnTo>
                    <a:pt x="39551" y="302090"/>
                  </a:lnTo>
                  <a:lnTo>
                    <a:pt x="73816" y="335343"/>
                  </a:lnTo>
                  <a:lnTo>
                    <a:pt x="116007" y="359047"/>
                  </a:lnTo>
                  <a:lnTo>
                    <a:pt x="164556" y="371232"/>
                  </a:lnTo>
                  <a:lnTo>
                    <a:pt x="214605" y="370157"/>
                  </a:lnTo>
                  <a:lnTo>
                    <a:pt x="261011" y="356438"/>
                  </a:lnTo>
                  <a:lnTo>
                    <a:pt x="301809" y="331645"/>
                  </a:lnTo>
                  <a:lnTo>
                    <a:pt x="335032" y="297349"/>
                  </a:lnTo>
                  <a:lnTo>
                    <a:pt x="358716" y="255119"/>
                  </a:lnTo>
                  <a:lnTo>
                    <a:pt x="370894" y="206525"/>
                  </a:lnTo>
                  <a:lnTo>
                    <a:pt x="369819" y="156433"/>
                  </a:lnTo>
                  <a:lnTo>
                    <a:pt x="356112" y="109984"/>
                  </a:lnTo>
                  <a:lnTo>
                    <a:pt x="331341" y="69147"/>
                  </a:lnTo>
                  <a:lnTo>
                    <a:pt x="297074" y="35891"/>
                  </a:lnTo>
                  <a:lnTo>
                    <a:pt x="254879" y="12185"/>
                  </a:lnTo>
                  <a:lnTo>
                    <a:pt x="206326" y="0"/>
                  </a:lnTo>
                  <a:close/>
                </a:path>
              </a:pathLst>
            </a:custGeom>
            <a:solidFill>
              <a:srgbClr val="FFFFFF">
                <a:alpha val="15419"/>
              </a:srgbClr>
            </a:solidFill>
          </p:spPr>
          <p:txBody>
            <a:bodyPr wrap="square" lIns="0" tIns="0" rIns="0" bIns="0" rtlCol="0"/>
            <a:lstStyle/>
            <a:p>
              <a:endParaRPr/>
            </a:p>
          </p:txBody>
        </p:sp>
        <p:sp>
          <p:nvSpPr>
            <p:cNvPr id="16" name="object 16">
              <a:extLst>
                <a:ext uri="{FF2B5EF4-FFF2-40B4-BE49-F238E27FC236}">
                  <a16:creationId xmlns:a16="http://schemas.microsoft.com/office/drawing/2014/main" id="{9DF436DC-4170-4483-BDF1-F5DF0AD8F705}"/>
                </a:ext>
              </a:extLst>
            </p:cNvPr>
            <p:cNvSpPr/>
            <p:nvPr userDrawn="1"/>
          </p:nvSpPr>
          <p:spPr>
            <a:xfrm>
              <a:off x="735064" y="7853877"/>
              <a:ext cx="370840" cy="371475"/>
            </a:xfrm>
            <a:custGeom>
              <a:avLst/>
              <a:gdLst/>
              <a:ahLst/>
              <a:cxnLst/>
              <a:rect l="l" t="t" r="r" b="b"/>
              <a:pathLst>
                <a:path w="370840" h="371475">
                  <a:moveTo>
                    <a:pt x="207514" y="0"/>
                  </a:moveTo>
                  <a:lnTo>
                    <a:pt x="159128" y="545"/>
                  </a:lnTo>
                  <a:lnTo>
                    <a:pt x="113124" y="13276"/>
                  </a:lnTo>
                  <a:lnTo>
                    <a:pt x="71821" y="37220"/>
                  </a:lnTo>
                  <a:lnTo>
                    <a:pt x="37540" y="71401"/>
                  </a:lnTo>
                  <a:lnTo>
                    <a:pt x="12599" y="114846"/>
                  </a:lnTo>
                  <a:lnTo>
                    <a:pt x="0" y="163330"/>
                  </a:lnTo>
                  <a:lnTo>
                    <a:pt x="547" y="211755"/>
                  </a:lnTo>
                  <a:lnTo>
                    <a:pt x="13268" y="257798"/>
                  </a:lnTo>
                  <a:lnTo>
                    <a:pt x="37189" y="299138"/>
                  </a:lnTo>
                  <a:lnTo>
                    <a:pt x="71336" y="333453"/>
                  </a:lnTo>
                  <a:lnTo>
                    <a:pt x="114736" y="358421"/>
                  </a:lnTo>
                  <a:lnTo>
                    <a:pt x="163181" y="371032"/>
                  </a:lnTo>
                  <a:lnTo>
                    <a:pt x="211564" y="370482"/>
                  </a:lnTo>
                  <a:lnTo>
                    <a:pt x="257566" y="357748"/>
                  </a:lnTo>
                  <a:lnTo>
                    <a:pt x="298868" y="333805"/>
                  </a:lnTo>
                  <a:lnTo>
                    <a:pt x="333149" y="299627"/>
                  </a:lnTo>
                  <a:lnTo>
                    <a:pt x="358090" y="256191"/>
                  </a:lnTo>
                  <a:lnTo>
                    <a:pt x="370690" y="207701"/>
                  </a:lnTo>
                  <a:lnTo>
                    <a:pt x="370142" y="159272"/>
                  </a:lnTo>
                  <a:lnTo>
                    <a:pt x="357422" y="113226"/>
                  </a:lnTo>
                  <a:lnTo>
                    <a:pt x="333503" y="71886"/>
                  </a:lnTo>
                  <a:lnTo>
                    <a:pt x="299359" y="37575"/>
                  </a:lnTo>
                  <a:lnTo>
                    <a:pt x="255963" y="12615"/>
                  </a:lnTo>
                  <a:lnTo>
                    <a:pt x="207514" y="0"/>
                  </a:lnTo>
                  <a:close/>
                </a:path>
              </a:pathLst>
            </a:custGeom>
            <a:solidFill>
              <a:srgbClr val="FFFFFF">
                <a:alpha val="20829"/>
              </a:srgbClr>
            </a:solidFill>
          </p:spPr>
          <p:txBody>
            <a:bodyPr wrap="square" lIns="0" tIns="0" rIns="0" bIns="0" rtlCol="0"/>
            <a:lstStyle/>
            <a:p>
              <a:endParaRPr/>
            </a:p>
          </p:txBody>
        </p:sp>
        <p:sp>
          <p:nvSpPr>
            <p:cNvPr id="17" name="object 17">
              <a:extLst>
                <a:ext uri="{FF2B5EF4-FFF2-40B4-BE49-F238E27FC236}">
                  <a16:creationId xmlns:a16="http://schemas.microsoft.com/office/drawing/2014/main" id="{052CF073-378F-4586-8EE5-D9C1A725C041}"/>
                </a:ext>
              </a:extLst>
            </p:cNvPr>
            <p:cNvSpPr/>
            <p:nvPr userDrawn="1"/>
          </p:nvSpPr>
          <p:spPr>
            <a:xfrm>
              <a:off x="130270" y="7502118"/>
              <a:ext cx="370840" cy="370840"/>
            </a:xfrm>
            <a:custGeom>
              <a:avLst/>
              <a:gdLst/>
              <a:ahLst/>
              <a:cxnLst/>
              <a:rect l="l" t="t" r="r" b="b"/>
              <a:pathLst>
                <a:path w="370840" h="370840">
                  <a:moveTo>
                    <a:pt x="162645" y="0"/>
                  </a:moveTo>
                  <a:lnTo>
                    <a:pt x="116389" y="11773"/>
                  </a:lnTo>
                  <a:lnTo>
                    <a:pt x="74100" y="35308"/>
                  </a:lnTo>
                  <a:lnTo>
                    <a:pt x="38276" y="70301"/>
                  </a:lnTo>
                  <a:lnTo>
                    <a:pt x="12952" y="113520"/>
                  </a:lnTo>
                  <a:lnTo>
                    <a:pt x="295" y="160266"/>
                  </a:lnTo>
                  <a:lnTo>
                    <a:pt x="0" y="208038"/>
                  </a:lnTo>
                  <a:lnTo>
                    <a:pt x="11761" y="254337"/>
                  </a:lnTo>
                  <a:lnTo>
                    <a:pt x="35275" y="296665"/>
                  </a:lnTo>
                  <a:lnTo>
                    <a:pt x="70235" y="332522"/>
                  </a:lnTo>
                  <a:lnTo>
                    <a:pt x="113416" y="357866"/>
                  </a:lnTo>
                  <a:lnTo>
                    <a:pt x="160120" y="370533"/>
                  </a:lnTo>
                  <a:lnTo>
                    <a:pt x="207850" y="370828"/>
                  </a:lnTo>
                  <a:lnTo>
                    <a:pt x="254108" y="359055"/>
                  </a:lnTo>
                  <a:lnTo>
                    <a:pt x="296396" y="335519"/>
                  </a:lnTo>
                  <a:lnTo>
                    <a:pt x="332217" y="300523"/>
                  </a:lnTo>
                  <a:lnTo>
                    <a:pt x="357541" y="257303"/>
                  </a:lnTo>
                  <a:lnTo>
                    <a:pt x="370198" y="210558"/>
                  </a:lnTo>
                  <a:lnTo>
                    <a:pt x="370492" y="162786"/>
                  </a:lnTo>
                  <a:lnTo>
                    <a:pt x="358729" y="116486"/>
                  </a:lnTo>
                  <a:lnTo>
                    <a:pt x="335212" y="74158"/>
                  </a:lnTo>
                  <a:lnTo>
                    <a:pt x="300248" y="38301"/>
                  </a:lnTo>
                  <a:lnTo>
                    <a:pt x="257072" y="12959"/>
                  </a:lnTo>
                  <a:lnTo>
                    <a:pt x="210372" y="293"/>
                  </a:lnTo>
                  <a:lnTo>
                    <a:pt x="162645" y="0"/>
                  </a:lnTo>
                  <a:close/>
                </a:path>
              </a:pathLst>
            </a:custGeom>
            <a:solidFill>
              <a:srgbClr val="FFFFFF">
                <a:alpha val="2624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CE95AC59-141D-49E5-B81F-6363AD6BB129}"/>
                </a:ext>
              </a:extLst>
            </p:cNvPr>
            <p:cNvSpPr/>
            <p:nvPr userDrawn="1"/>
          </p:nvSpPr>
          <p:spPr>
            <a:xfrm>
              <a:off x="6" y="3741446"/>
              <a:ext cx="192405" cy="374015"/>
            </a:xfrm>
            <a:custGeom>
              <a:avLst/>
              <a:gdLst/>
              <a:ahLst/>
              <a:cxnLst/>
              <a:rect l="l" t="t" r="r" b="b"/>
              <a:pathLst>
                <a:path w="192405" h="374014">
                  <a:moveTo>
                    <a:pt x="0" y="0"/>
                  </a:moveTo>
                  <a:lnTo>
                    <a:pt x="0" y="373413"/>
                  </a:lnTo>
                  <a:lnTo>
                    <a:pt x="38929" y="370492"/>
                  </a:lnTo>
                  <a:lnTo>
                    <a:pt x="76612" y="359471"/>
                  </a:lnTo>
                  <a:lnTo>
                    <a:pt x="111669" y="340404"/>
                  </a:lnTo>
                  <a:lnTo>
                    <a:pt x="142724" y="313347"/>
                  </a:lnTo>
                  <a:lnTo>
                    <a:pt x="171458" y="272323"/>
                  </a:lnTo>
                  <a:lnTo>
                    <a:pt x="187854" y="226758"/>
                  </a:lnTo>
                  <a:lnTo>
                    <a:pt x="192012" y="179168"/>
                  </a:lnTo>
                  <a:lnTo>
                    <a:pt x="184034" y="132069"/>
                  </a:lnTo>
                  <a:lnTo>
                    <a:pt x="164021" y="87976"/>
                  </a:lnTo>
                  <a:lnTo>
                    <a:pt x="132074" y="49406"/>
                  </a:lnTo>
                  <a:lnTo>
                    <a:pt x="69681" y="11242"/>
                  </a:lnTo>
                  <a:lnTo>
                    <a:pt x="0" y="0"/>
                  </a:lnTo>
                  <a:close/>
                </a:path>
              </a:pathLst>
            </a:custGeom>
            <a:solidFill>
              <a:srgbClr val="FFFFFF">
                <a:alpha val="58749"/>
              </a:srgbClr>
            </a:solidFill>
          </p:spPr>
          <p:txBody>
            <a:bodyPr wrap="square" lIns="0" tIns="0" rIns="0" bIns="0" rtlCol="0"/>
            <a:lstStyle/>
            <a:p>
              <a:endParaRPr/>
            </a:p>
          </p:txBody>
        </p:sp>
        <p:sp>
          <p:nvSpPr>
            <p:cNvPr id="19" name="object 19">
              <a:extLst>
                <a:ext uri="{FF2B5EF4-FFF2-40B4-BE49-F238E27FC236}">
                  <a16:creationId xmlns:a16="http://schemas.microsoft.com/office/drawing/2014/main" id="{55B9EE7B-7FF6-42FC-B581-22345456A213}"/>
                </a:ext>
              </a:extLst>
            </p:cNvPr>
            <p:cNvSpPr/>
            <p:nvPr userDrawn="1"/>
          </p:nvSpPr>
          <p:spPr>
            <a:xfrm>
              <a:off x="365636" y="3290349"/>
              <a:ext cx="373380" cy="374015"/>
            </a:xfrm>
            <a:custGeom>
              <a:avLst/>
              <a:gdLst/>
              <a:ahLst/>
              <a:cxnLst/>
              <a:rect l="l" t="t" r="r" b="b"/>
              <a:pathLst>
                <a:path w="373380" h="374014">
                  <a:moveTo>
                    <a:pt x="182446" y="0"/>
                  </a:moveTo>
                  <a:lnTo>
                    <a:pt x="134616" y="7328"/>
                  </a:lnTo>
                  <a:lnTo>
                    <a:pt x="88862" y="27651"/>
                  </a:lnTo>
                  <a:lnTo>
                    <a:pt x="50091" y="59341"/>
                  </a:lnTo>
                  <a:lnTo>
                    <a:pt x="21968" y="98751"/>
                  </a:lnTo>
                  <a:lnTo>
                    <a:pt x="5076" y="143431"/>
                  </a:lnTo>
                  <a:lnTo>
                    <a:pt x="0" y="190931"/>
                  </a:lnTo>
                  <a:lnTo>
                    <a:pt x="7322" y="238804"/>
                  </a:lnTo>
                  <a:lnTo>
                    <a:pt x="27626" y="284600"/>
                  </a:lnTo>
                  <a:lnTo>
                    <a:pt x="59287" y="323407"/>
                  </a:lnTo>
                  <a:lnTo>
                    <a:pt x="98661" y="351557"/>
                  </a:lnTo>
                  <a:lnTo>
                    <a:pt x="143300" y="368464"/>
                  </a:lnTo>
                  <a:lnTo>
                    <a:pt x="190758" y="373545"/>
                  </a:lnTo>
                  <a:lnTo>
                    <a:pt x="238587" y="366216"/>
                  </a:lnTo>
                  <a:lnTo>
                    <a:pt x="284341" y="345893"/>
                  </a:lnTo>
                  <a:lnTo>
                    <a:pt x="323113" y="314202"/>
                  </a:lnTo>
                  <a:lnTo>
                    <a:pt x="351238" y="274793"/>
                  </a:lnTo>
                  <a:lnTo>
                    <a:pt x="368131" y="230113"/>
                  </a:lnTo>
                  <a:lnTo>
                    <a:pt x="373208" y="182612"/>
                  </a:lnTo>
                  <a:lnTo>
                    <a:pt x="365885" y="134739"/>
                  </a:lnTo>
                  <a:lnTo>
                    <a:pt x="345577" y="88943"/>
                  </a:lnTo>
                  <a:lnTo>
                    <a:pt x="313916" y="50137"/>
                  </a:lnTo>
                  <a:lnTo>
                    <a:pt x="274542" y="21988"/>
                  </a:lnTo>
                  <a:lnTo>
                    <a:pt x="229903" y="5081"/>
                  </a:lnTo>
                  <a:lnTo>
                    <a:pt x="182446" y="0"/>
                  </a:lnTo>
                  <a:close/>
                </a:path>
              </a:pathLst>
            </a:custGeom>
            <a:solidFill>
              <a:srgbClr val="FFFFFF">
                <a:alpha val="64169"/>
              </a:srgbClr>
            </a:solidFill>
          </p:spPr>
          <p:txBody>
            <a:bodyPr wrap="square" lIns="0" tIns="0" rIns="0" bIns="0" rtlCol="0"/>
            <a:lstStyle/>
            <a:p>
              <a:endParaRPr/>
            </a:p>
          </p:txBody>
        </p:sp>
        <p:sp>
          <p:nvSpPr>
            <p:cNvPr id="20" name="object 20">
              <a:extLst>
                <a:ext uri="{FF2B5EF4-FFF2-40B4-BE49-F238E27FC236}">
                  <a16:creationId xmlns:a16="http://schemas.microsoft.com/office/drawing/2014/main" id="{330D0191-F8AF-42A4-AF89-F8C14170B4B9}"/>
                </a:ext>
              </a:extLst>
            </p:cNvPr>
            <p:cNvSpPr/>
            <p:nvPr userDrawn="1"/>
          </p:nvSpPr>
          <p:spPr>
            <a:xfrm>
              <a:off x="1004213" y="3010067"/>
              <a:ext cx="373380" cy="374015"/>
            </a:xfrm>
            <a:custGeom>
              <a:avLst/>
              <a:gdLst/>
              <a:ahLst/>
              <a:cxnLst/>
              <a:rect l="l" t="t" r="r" b="b"/>
              <a:pathLst>
                <a:path w="373380" h="374014">
                  <a:moveTo>
                    <a:pt x="185553" y="0"/>
                  </a:moveTo>
                  <a:lnTo>
                    <a:pt x="135996" y="7058"/>
                  </a:lnTo>
                  <a:lnTo>
                    <a:pt x="90059" y="26960"/>
                  </a:lnTo>
                  <a:lnTo>
                    <a:pt x="52262" y="57197"/>
                  </a:lnTo>
                  <a:lnTo>
                    <a:pt x="23833" y="95571"/>
                  </a:lnTo>
                  <a:lnTo>
                    <a:pt x="6003" y="139885"/>
                  </a:lnTo>
                  <a:lnTo>
                    <a:pt x="0" y="187941"/>
                  </a:lnTo>
                  <a:lnTo>
                    <a:pt x="7052" y="237543"/>
                  </a:lnTo>
                  <a:lnTo>
                    <a:pt x="26936" y="283523"/>
                  </a:lnTo>
                  <a:lnTo>
                    <a:pt x="57145" y="321354"/>
                  </a:lnTo>
                  <a:lnTo>
                    <a:pt x="95483" y="349808"/>
                  </a:lnTo>
                  <a:lnTo>
                    <a:pt x="139757" y="367655"/>
                  </a:lnTo>
                  <a:lnTo>
                    <a:pt x="187770" y="373664"/>
                  </a:lnTo>
                  <a:lnTo>
                    <a:pt x="237327" y="366605"/>
                  </a:lnTo>
                  <a:lnTo>
                    <a:pt x="283265" y="346703"/>
                  </a:lnTo>
                  <a:lnTo>
                    <a:pt x="321063" y="316467"/>
                  </a:lnTo>
                  <a:lnTo>
                    <a:pt x="349493" y="278093"/>
                  </a:lnTo>
                  <a:lnTo>
                    <a:pt x="367324" y="233779"/>
                  </a:lnTo>
                  <a:lnTo>
                    <a:pt x="373326" y="185722"/>
                  </a:lnTo>
                  <a:lnTo>
                    <a:pt x="366270" y="136120"/>
                  </a:lnTo>
                  <a:lnTo>
                    <a:pt x="346387" y="90141"/>
                  </a:lnTo>
                  <a:lnTo>
                    <a:pt x="316178" y="52309"/>
                  </a:lnTo>
                  <a:lnTo>
                    <a:pt x="277839" y="23855"/>
                  </a:lnTo>
                  <a:lnTo>
                    <a:pt x="233566" y="6008"/>
                  </a:lnTo>
                  <a:lnTo>
                    <a:pt x="185553" y="0"/>
                  </a:lnTo>
                  <a:close/>
                </a:path>
              </a:pathLst>
            </a:custGeom>
            <a:solidFill>
              <a:srgbClr val="FFFFFF">
                <a:alpha val="69578"/>
              </a:srgbClr>
            </a:solidFill>
          </p:spPr>
          <p:txBody>
            <a:bodyPr wrap="square" lIns="0" tIns="0" rIns="0" bIns="0" rtlCol="0"/>
            <a:lstStyle/>
            <a:p>
              <a:endParaRPr/>
            </a:p>
          </p:txBody>
        </p:sp>
        <p:sp>
          <p:nvSpPr>
            <p:cNvPr id="21" name="object 21">
              <a:extLst>
                <a:ext uri="{FF2B5EF4-FFF2-40B4-BE49-F238E27FC236}">
                  <a16:creationId xmlns:a16="http://schemas.microsoft.com/office/drawing/2014/main" id="{B2E94F4F-9299-493C-8DE7-F148FB93EDAA}"/>
                </a:ext>
              </a:extLst>
            </p:cNvPr>
            <p:cNvSpPr/>
            <p:nvPr userDrawn="1"/>
          </p:nvSpPr>
          <p:spPr>
            <a:xfrm>
              <a:off x="1703742" y="291388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3"/>
                  </a:lnTo>
                  <a:lnTo>
                    <a:pt x="25478" y="281062"/>
                  </a:lnTo>
                  <a:lnTo>
                    <a:pt x="54659" y="318867"/>
                  </a:lnTo>
                  <a:lnTo>
                    <a:pt x="92428" y="348076"/>
                  </a:lnTo>
                  <a:lnTo>
                    <a:pt x="137008" y="366907"/>
                  </a:lnTo>
                  <a:lnTo>
                    <a:pt x="186620" y="373580"/>
                  </a:lnTo>
                  <a:lnTo>
                    <a:pt x="236232" y="366907"/>
                  </a:lnTo>
                  <a:lnTo>
                    <a:pt x="280811" y="348076"/>
                  </a:lnTo>
                  <a:lnTo>
                    <a:pt x="318581" y="318867"/>
                  </a:lnTo>
                  <a:lnTo>
                    <a:pt x="347761" y="281062"/>
                  </a:lnTo>
                  <a:lnTo>
                    <a:pt x="366573" y="236443"/>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75000"/>
              </a:srgbClr>
            </a:solidFill>
          </p:spPr>
          <p:txBody>
            <a:bodyPr wrap="square" lIns="0" tIns="0" rIns="0" bIns="0" rtlCol="0"/>
            <a:lstStyle/>
            <a:p>
              <a:endParaRPr/>
            </a:p>
          </p:txBody>
        </p:sp>
        <p:sp>
          <p:nvSpPr>
            <p:cNvPr id="22" name="object 22">
              <a:extLst>
                <a:ext uri="{FF2B5EF4-FFF2-40B4-BE49-F238E27FC236}">
                  <a16:creationId xmlns:a16="http://schemas.microsoft.com/office/drawing/2014/main" id="{A1524399-8984-4F80-9EB9-8F76F7B2D886}"/>
                </a:ext>
              </a:extLst>
            </p:cNvPr>
            <p:cNvSpPr/>
            <p:nvPr userDrawn="1"/>
          </p:nvSpPr>
          <p:spPr>
            <a:xfrm>
              <a:off x="2118817" y="7162059"/>
              <a:ext cx="373380" cy="374015"/>
            </a:xfrm>
            <a:custGeom>
              <a:avLst/>
              <a:gdLst/>
              <a:ahLst/>
              <a:cxnLst/>
              <a:rect l="l" t="t" r="r" b="b"/>
              <a:pathLst>
                <a:path w="373380" h="374015">
                  <a:moveTo>
                    <a:pt x="191996" y="0"/>
                  </a:moveTo>
                  <a:lnTo>
                    <a:pt x="142221" y="5324"/>
                  </a:lnTo>
                  <a:lnTo>
                    <a:pt x="95619" y="23610"/>
                  </a:lnTo>
                  <a:lnTo>
                    <a:pt x="56791" y="52508"/>
                  </a:lnTo>
                  <a:lnTo>
                    <a:pt x="27041" y="89864"/>
                  </a:lnTo>
                  <a:lnTo>
                    <a:pt x="7676" y="133528"/>
                  </a:lnTo>
                  <a:lnTo>
                    <a:pt x="0" y="181346"/>
                  </a:lnTo>
                  <a:lnTo>
                    <a:pt x="5318" y="231166"/>
                  </a:lnTo>
                  <a:lnTo>
                    <a:pt x="23588" y="277810"/>
                  </a:lnTo>
                  <a:lnTo>
                    <a:pt x="52459" y="316674"/>
                  </a:lnTo>
                  <a:lnTo>
                    <a:pt x="89781" y="346451"/>
                  </a:lnTo>
                  <a:lnTo>
                    <a:pt x="133405" y="365834"/>
                  </a:lnTo>
                  <a:lnTo>
                    <a:pt x="181180" y="373517"/>
                  </a:lnTo>
                  <a:lnTo>
                    <a:pt x="230954" y="368193"/>
                  </a:lnTo>
                  <a:lnTo>
                    <a:pt x="277556" y="349904"/>
                  </a:lnTo>
                  <a:lnTo>
                    <a:pt x="316384" y="321006"/>
                  </a:lnTo>
                  <a:lnTo>
                    <a:pt x="346134" y="283650"/>
                  </a:lnTo>
                  <a:lnTo>
                    <a:pt x="365500" y="239988"/>
                  </a:lnTo>
                  <a:lnTo>
                    <a:pt x="373176" y="192171"/>
                  </a:lnTo>
                  <a:lnTo>
                    <a:pt x="367857" y="142351"/>
                  </a:lnTo>
                  <a:lnTo>
                    <a:pt x="349588" y="95703"/>
                  </a:lnTo>
                  <a:lnTo>
                    <a:pt x="320717" y="56839"/>
                  </a:lnTo>
                  <a:lnTo>
                    <a:pt x="283394" y="27063"/>
                  </a:lnTo>
                  <a:lnTo>
                    <a:pt x="239770" y="7681"/>
                  </a:lnTo>
                  <a:lnTo>
                    <a:pt x="191996" y="0"/>
                  </a:lnTo>
                  <a:close/>
                </a:path>
              </a:pathLst>
            </a:custGeom>
            <a:solidFill>
              <a:srgbClr val="FFFFFF">
                <a:alpha val="9999"/>
              </a:srgbClr>
            </a:solidFill>
          </p:spPr>
          <p:txBody>
            <a:bodyPr wrap="square" lIns="0" tIns="0" rIns="0" bIns="0" rtlCol="0"/>
            <a:lstStyle/>
            <a:p>
              <a:endParaRPr/>
            </a:p>
          </p:txBody>
        </p:sp>
        <p:sp>
          <p:nvSpPr>
            <p:cNvPr id="23" name="object 23">
              <a:extLst>
                <a:ext uri="{FF2B5EF4-FFF2-40B4-BE49-F238E27FC236}">
                  <a16:creationId xmlns:a16="http://schemas.microsoft.com/office/drawing/2014/main" id="{0BC29067-73E6-4F3E-B55E-4FEF2A0E46DA}"/>
                </a:ext>
              </a:extLst>
            </p:cNvPr>
            <p:cNvSpPr/>
            <p:nvPr userDrawn="1"/>
          </p:nvSpPr>
          <p:spPr>
            <a:xfrm>
              <a:off x="1471181" y="7197873"/>
              <a:ext cx="370205" cy="370840"/>
            </a:xfrm>
            <a:custGeom>
              <a:avLst/>
              <a:gdLst/>
              <a:ahLst/>
              <a:cxnLst/>
              <a:rect l="l" t="t" r="r" b="b"/>
              <a:pathLst>
                <a:path w="370205" h="370840">
                  <a:moveTo>
                    <a:pt x="159741" y="0"/>
                  </a:moveTo>
                  <a:lnTo>
                    <a:pt x="113056" y="12720"/>
                  </a:lnTo>
                  <a:lnTo>
                    <a:pt x="71739" y="36633"/>
                  </a:lnTo>
                  <a:lnTo>
                    <a:pt x="37791" y="70212"/>
                  </a:lnTo>
                  <a:lnTo>
                    <a:pt x="13211" y="111927"/>
                  </a:lnTo>
                  <a:lnTo>
                    <a:pt x="99" y="159889"/>
                  </a:lnTo>
                  <a:lnTo>
                    <a:pt x="0" y="210357"/>
                  </a:lnTo>
                  <a:lnTo>
                    <a:pt x="12708" y="257087"/>
                  </a:lnTo>
                  <a:lnTo>
                    <a:pt x="36600" y="298442"/>
                  </a:lnTo>
                  <a:lnTo>
                    <a:pt x="70148" y="332420"/>
                  </a:lnTo>
                  <a:lnTo>
                    <a:pt x="111825" y="357023"/>
                  </a:lnTo>
                  <a:lnTo>
                    <a:pt x="160106" y="370248"/>
                  </a:lnTo>
                  <a:lnTo>
                    <a:pt x="210164" y="370248"/>
                  </a:lnTo>
                  <a:lnTo>
                    <a:pt x="256851" y="357528"/>
                  </a:lnTo>
                  <a:lnTo>
                    <a:pt x="298170" y="333615"/>
                  </a:lnTo>
                  <a:lnTo>
                    <a:pt x="332120" y="300036"/>
                  </a:lnTo>
                  <a:lnTo>
                    <a:pt x="356700" y="258321"/>
                  </a:lnTo>
                  <a:lnTo>
                    <a:pt x="369811" y="210357"/>
                  </a:lnTo>
                  <a:lnTo>
                    <a:pt x="369911" y="159889"/>
                  </a:lnTo>
                  <a:lnTo>
                    <a:pt x="357201" y="113158"/>
                  </a:lnTo>
                  <a:lnTo>
                    <a:pt x="333309" y="71802"/>
                  </a:lnTo>
                  <a:lnTo>
                    <a:pt x="299759" y="37823"/>
                  </a:lnTo>
                  <a:lnTo>
                    <a:pt x="258079" y="13222"/>
                  </a:lnTo>
                  <a:lnTo>
                    <a:pt x="209793" y="0"/>
                  </a:lnTo>
                  <a:lnTo>
                    <a:pt x="159741" y="0"/>
                  </a:lnTo>
                  <a:close/>
                </a:path>
              </a:pathLst>
            </a:custGeom>
            <a:solidFill>
              <a:srgbClr val="FFFFFF">
                <a:alpha val="14439"/>
              </a:srgbClr>
            </a:solidFill>
          </p:spPr>
          <p:txBody>
            <a:bodyPr wrap="square" lIns="0" tIns="0" rIns="0" bIns="0" rtlCol="0"/>
            <a:lstStyle/>
            <a:p>
              <a:endParaRPr/>
            </a:p>
          </p:txBody>
        </p:sp>
        <p:sp>
          <p:nvSpPr>
            <p:cNvPr id="24" name="object 24">
              <a:extLst>
                <a:ext uri="{FF2B5EF4-FFF2-40B4-BE49-F238E27FC236}">
                  <a16:creationId xmlns:a16="http://schemas.microsoft.com/office/drawing/2014/main" id="{2481671A-CAE0-485F-8BAC-C189E9EB698F}"/>
                </a:ext>
              </a:extLst>
            </p:cNvPr>
            <p:cNvSpPr/>
            <p:nvPr userDrawn="1"/>
          </p:nvSpPr>
          <p:spPr>
            <a:xfrm>
              <a:off x="859241" y="6992732"/>
              <a:ext cx="373380" cy="374015"/>
            </a:xfrm>
            <a:custGeom>
              <a:avLst/>
              <a:gdLst/>
              <a:ahLst/>
              <a:cxnLst/>
              <a:rect l="l" t="t" r="r" b="b"/>
              <a:pathLst>
                <a:path w="373380" h="374015">
                  <a:moveTo>
                    <a:pt x="183168" y="0"/>
                  </a:moveTo>
                  <a:lnTo>
                    <a:pt x="135954" y="7012"/>
                  </a:lnTo>
                  <a:lnTo>
                    <a:pt x="92039" y="25725"/>
                  </a:lnTo>
                  <a:lnTo>
                    <a:pt x="53843" y="55456"/>
                  </a:lnTo>
                  <a:lnTo>
                    <a:pt x="23787" y="95521"/>
                  </a:lnTo>
                  <a:lnTo>
                    <a:pt x="5365" y="142107"/>
                  </a:lnTo>
                  <a:lnTo>
                    <a:pt x="0" y="190238"/>
                  </a:lnTo>
                  <a:lnTo>
                    <a:pt x="7008" y="237493"/>
                  </a:lnTo>
                  <a:lnTo>
                    <a:pt x="25707" y="281448"/>
                  </a:lnTo>
                  <a:lnTo>
                    <a:pt x="55412" y="319680"/>
                  </a:lnTo>
                  <a:lnTo>
                    <a:pt x="95442" y="349767"/>
                  </a:lnTo>
                  <a:lnTo>
                    <a:pt x="141985" y="368202"/>
                  </a:lnTo>
                  <a:lnTo>
                    <a:pt x="190072" y="373571"/>
                  </a:lnTo>
                  <a:lnTo>
                    <a:pt x="237283" y="366558"/>
                  </a:lnTo>
                  <a:lnTo>
                    <a:pt x="281196" y="347843"/>
                  </a:lnTo>
                  <a:lnTo>
                    <a:pt x="319390" y="318112"/>
                  </a:lnTo>
                  <a:lnTo>
                    <a:pt x="349446" y="278047"/>
                  </a:lnTo>
                  <a:lnTo>
                    <a:pt x="367868" y="231461"/>
                  </a:lnTo>
                  <a:lnTo>
                    <a:pt x="373236" y="183330"/>
                  </a:lnTo>
                  <a:lnTo>
                    <a:pt x="366230" y="136076"/>
                  </a:lnTo>
                  <a:lnTo>
                    <a:pt x="347533" y="92123"/>
                  </a:lnTo>
                  <a:lnTo>
                    <a:pt x="317829" y="53894"/>
                  </a:lnTo>
                  <a:lnTo>
                    <a:pt x="277801" y="23811"/>
                  </a:lnTo>
                  <a:lnTo>
                    <a:pt x="231257" y="5372"/>
                  </a:lnTo>
                  <a:lnTo>
                    <a:pt x="183168" y="0"/>
                  </a:lnTo>
                  <a:close/>
                </a:path>
              </a:pathLst>
            </a:custGeom>
            <a:solidFill>
              <a:srgbClr val="FFFFFF">
                <a:alpha val="18888"/>
              </a:srgbClr>
            </a:solidFill>
          </p:spPr>
          <p:txBody>
            <a:bodyPr wrap="square" lIns="0" tIns="0" rIns="0" bIns="0" rtlCol="0"/>
            <a:lstStyle/>
            <a:p>
              <a:endParaRPr/>
            </a:p>
          </p:txBody>
        </p:sp>
        <p:sp>
          <p:nvSpPr>
            <p:cNvPr id="25" name="object 25">
              <a:extLst>
                <a:ext uri="{FF2B5EF4-FFF2-40B4-BE49-F238E27FC236}">
                  <a16:creationId xmlns:a16="http://schemas.microsoft.com/office/drawing/2014/main" id="{C2C50100-E191-42DB-9260-FD8CD20B0EED}"/>
                </a:ext>
              </a:extLst>
            </p:cNvPr>
            <p:cNvSpPr/>
            <p:nvPr userDrawn="1"/>
          </p:nvSpPr>
          <p:spPr>
            <a:xfrm>
              <a:off x="361342" y="6573948"/>
              <a:ext cx="371475" cy="372110"/>
            </a:xfrm>
            <a:custGeom>
              <a:avLst/>
              <a:gdLst/>
              <a:ahLst/>
              <a:cxnLst/>
              <a:rect l="l" t="t" r="r" b="b"/>
              <a:pathLst>
                <a:path w="371475" h="372109">
                  <a:moveTo>
                    <a:pt x="204330" y="0"/>
                  </a:moveTo>
                  <a:lnTo>
                    <a:pt x="156620" y="1313"/>
                  </a:lnTo>
                  <a:lnTo>
                    <a:pt x="110199" y="14976"/>
                  </a:lnTo>
                  <a:lnTo>
                    <a:pt x="67568" y="41239"/>
                  </a:lnTo>
                  <a:lnTo>
                    <a:pt x="33380" y="77835"/>
                  </a:lnTo>
                  <a:lnTo>
                    <a:pt x="10773" y="120653"/>
                  </a:lnTo>
                  <a:lnTo>
                    <a:pt x="0" y="167191"/>
                  </a:lnTo>
                  <a:lnTo>
                    <a:pt x="1312" y="214943"/>
                  </a:lnTo>
                  <a:lnTo>
                    <a:pt x="14962" y="261404"/>
                  </a:lnTo>
                  <a:lnTo>
                    <a:pt x="41202" y="304069"/>
                  </a:lnTo>
                  <a:lnTo>
                    <a:pt x="77764" y="338296"/>
                  </a:lnTo>
                  <a:lnTo>
                    <a:pt x="120546" y="360926"/>
                  </a:lnTo>
                  <a:lnTo>
                    <a:pt x="167043" y="371708"/>
                  </a:lnTo>
                  <a:lnTo>
                    <a:pt x="214754" y="370393"/>
                  </a:lnTo>
                  <a:lnTo>
                    <a:pt x="261175" y="356731"/>
                  </a:lnTo>
                  <a:lnTo>
                    <a:pt x="303801" y="330470"/>
                  </a:lnTo>
                  <a:lnTo>
                    <a:pt x="337994" y="293875"/>
                  </a:lnTo>
                  <a:lnTo>
                    <a:pt x="360602" y="251054"/>
                  </a:lnTo>
                  <a:lnTo>
                    <a:pt x="371374" y="204513"/>
                  </a:lnTo>
                  <a:lnTo>
                    <a:pt x="370060" y="156759"/>
                  </a:lnTo>
                  <a:lnTo>
                    <a:pt x="356408" y="110296"/>
                  </a:lnTo>
                  <a:lnTo>
                    <a:pt x="330168" y="67630"/>
                  </a:lnTo>
                  <a:lnTo>
                    <a:pt x="293607" y="33410"/>
                  </a:lnTo>
                  <a:lnTo>
                    <a:pt x="250827" y="10783"/>
                  </a:lnTo>
                  <a:lnTo>
                    <a:pt x="204330" y="0"/>
                  </a:lnTo>
                  <a:close/>
                </a:path>
              </a:pathLst>
            </a:custGeom>
            <a:solidFill>
              <a:srgbClr val="FFFFFF">
                <a:alpha val="23329"/>
              </a:srgbClr>
            </a:solidFill>
          </p:spPr>
          <p:txBody>
            <a:bodyPr wrap="square" lIns="0" tIns="0" rIns="0" bIns="0" rtlCol="0"/>
            <a:lstStyle/>
            <a:p>
              <a:endParaRPr/>
            </a:p>
          </p:txBody>
        </p:sp>
        <p:sp>
          <p:nvSpPr>
            <p:cNvPr id="26" name="object 26">
              <a:extLst>
                <a:ext uri="{FF2B5EF4-FFF2-40B4-BE49-F238E27FC236}">
                  <a16:creationId xmlns:a16="http://schemas.microsoft.com/office/drawing/2014/main" id="{90B5D792-EABA-4F2B-B82E-916253E81216}"/>
                </a:ext>
              </a:extLst>
            </p:cNvPr>
            <p:cNvSpPr/>
            <p:nvPr userDrawn="1"/>
          </p:nvSpPr>
          <p:spPr>
            <a:xfrm>
              <a:off x="53126" y="6006713"/>
              <a:ext cx="373380" cy="374015"/>
            </a:xfrm>
            <a:custGeom>
              <a:avLst/>
              <a:gdLst/>
              <a:ahLst/>
              <a:cxnLst/>
              <a:rect l="l" t="t" r="r" b="b"/>
              <a:pathLst>
                <a:path w="373380" h="374014">
                  <a:moveTo>
                    <a:pt x="179135" y="0"/>
                  </a:moveTo>
                  <a:lnTo>
                    <a:pt x="129842" y="8722"/>
                  </a:lnTo>
                  <a:lnTo>
                    <a:pt x="84600" y="30159"/>
                  </a:lnTo>
                  <a:lnTo>
                    <a:pt x="47840" y="61651"/>
                  </a:lnTo>
                  <a:lnTo>
                    <a:pt x="20718" y="100960"/>
                  </a:lnTo>
                  <a:lnTo>
                    <a:pt x="4387" y="145850"/>
                  </a:lnTo>
                  <a:lnTo>
                    <a:pt x="0" y="194082"/>
                  </a:lnTo>
                  <a:lnTo>
                    <a:pt x="8710" y="243420"/>
                  </a:lnTo>
                  <a:lnTo>
                    <a:pt x="30131" y="288704"/>
                  </a:lnTo>
                  <a:lnTo>
                    <a:pt x="61595" y="325497"/>
                  </a:lnTo>
                  <a:lnTo>
                    <a:pt x="100868" y="352644"/>
                  </a:lnTo>
                  <a:lnTo>
                    <a:pt x="145715" y="368991"/>
                  </a:lnTo>
                  <a:lnTo>
                    <a:pt x="193902" y="373382"/>
                  </a:lnTo>
                  <a:lnTo>
                    <a:pt x="243195" y="364664"/>
                  </a:lnTo>
                  <a:lnTo>
                    <a:pt x="288438" y="343226"/>
                  </a:lnTo>
                  <a:lnTo>
                    <a:pt x="325199" y="311734"/>
                  </a:lnTo>
                  <a:lnTo>
                    <a:pt x="352323" y="272425"/>
                  </a:lnTo>
                  <a:lnTo>
                    <a:pt x="368655" y="227535"/>
                  </a:lnTo>
                  <a:lnTo>
                    <a:pt x="373041" y="179303"/>
                  </a:lnTo>
                  <a:lnTo>
                    <a:pt x="364327" y="129965"/>
                  </a:lnTo>
                  <a:lnTo>
                    <a:pt x="342910" y="84680"/>
                  </a:lnTo>
                  <a:lnTo>
                    <a:pt x="311446" y="47885"/>
                  </a:lnTo>
                  <a:lnTo>
                    <a:pt x="272173" y="20737"/>
                  </a:lnTo>
                  <a:lnTo>
                    <a:pt x="227324" y="4390"/>
                  </a:lnTo>
                  <a:lnTo>
                    <a:pt x="179135" y="0"/>
                  </a:lnTo>
                  <a:close/>
                </a:path>
              </a:pathLst>
            </a:custGeom>
            <a:solidFill>
              <a:srgbClr val="FFFFFF">
                <a:alpha val="27778"/>
              </a:srgbClr>
            </a:solidFill>
          </p:spPr>
          <p:txBody>
            <a:bodyPr wrap="square" lIns="0" tIns="0" rIns="0" bIns="0" rtlCol="0"/>
            <a:lstStyle/>
            <a:p>
              <a:endParaRPr/>
            </a:p>
          </p:txBody>
        </p:sp>
        <p:sp>
          <p:nvSpPr>
            <p:cNvPr id="27" name="object 27">
              <a:extLst>
                <a:ext uri="{FF2B5EF4-FFF2-40B4-BE49-F238E27FC236}">
                  <a16:creationId xmlns:a16="http://schemas.microsoft.com/office/drawing/2014/main" id="{68304A63-C276-4CC7-A61B-9014790636D2}"/>
                </a:ext>
              </a:extLst>
            </p:cNvPr>
            <p:cNvSpPr/>
            <p:nvPr userDrawn="1"/>
          </p:nvSpPr>
          <p:spPr>
            <a:xfrm>
              <a:off x="1" y="5360384"/>
              <a:ext cx="348615" cy="372745"/>
            </a:xfrm>
            <a:custGeom>
              <a:avLst/>
              <a:gdLst/>
              <a:ahLst/>
              <a:cxnLst/>
              <a:rect l="l" t="t" r="r" b="b"/>
              <a:pathLst>
                <a:path w="348615" h="372745">
                  <a:moveTo>
                    <a:pt x="174410" y="0"/>
                  </a:moveTo>
                  <a:lnTo>
                    <a:pt x="120950" y="4099"/>
                  </a:lnTo>
                  <a:lnTo>
                    <a:pt x="72503" y="22420"/>
                  </a:lnTo>
                  <a:lnTo>
                    <a:pt x="31407" y="52910"/>
                  </a:lnTo>
                  <a:lnTo>
                    <a:pt x="0" y="93520"/>
                  </a:lnTo>
                  <a:lnTo>
                    <a:pt x="0" y="279169"/>
                  </a:lnTo>
                  <a:lnTo>
                    <a:pt x="26930" y="315282"/>
                  </a:lnTo>
                  <a:lnTo>
                    <a:pt x="61762" y="343980"/>
                  </a:lnTo>
                  <a:lnTo>
                    <a:pt x="103100" y="363666"/>
                  </a:lnTo>
                  <a:lnTo>
                    <a:pt x="149551" y="372742"/>
                  </a:lnTo>
                  <a:lnTo>
                    <a:pt x="199496" y="369390"/>
                  </a:lnTo>
                  <a:lnTo>
                    <a:pt x="245230" y="353573"/>
                  </a:lnTo>
                  <a:lnTo>
                    <a:pt x="284859" y="326949"/>
                  </a:lnTo>
                  <a:lnTo>
                    <a:pt x="316489" y="291175"/>
                  </a:lnTo>
                  <a:lnTo>
                    <a:pt x="338228" y="247906"/>
                  </a:lnTo>
                  <a:lnTo>
                    <a:pt x="348182" y="198801"/>
                  </a:lnTo>
                  <a:lnTo>
                    <a:pt x="344836" y="148814"/>
                  </a:lnTo>
                  <a:lnTo>
                    <a:pt x="329036" y="103042"/>
                  </a:lnTo>
                  <a:lnTo>
                    <a:pt x="302436" y="63378"/>
                  </a:lnTo>
                  <a:lnTo>
                    <a:pt x="266694" y="31720"/>
                  </a:lnTo>
                  <a:lnTo>
                    <a:pt x="223467" y="9962"/>
                  </a:lnTo>
                  <a:lnTo>
                    <a:pt x="174410" y="0"/>
                  </a:lnTo>
                  <a:close/>
                </a:path>
              </a:pathLst>
            </a:custGeom>
            <a:solidFill>
              <a:srgbClr val="FFFFFF">
                <a:alpha val="32218"/>
              </a:srgbClr>
            </a:solidFill>
          </p:spPr>
          <p:txBody>
            <a:bodyPr wrap="square" lIns="0" tIns="0" rIns="0" bIns="0" rtlCol="0"/>
            <a:lstStyle/>
            <a:p>
              <a:endParaRPr/>
            </a:p>
          </p:txBody>
        </p:sp>
        <p:sp>
          <p:nvSpPr>
            <p:cNvPr id="28" name="object 28">
              <a:extLst>
                <a:ext uri="{FF2B5EF4-FFF2-40B4-BE49-F238E27FC236}">
                  <a16:creationId xmlns:a16="http://schemas.microsoft.com/office/drawing/2014/main" id="{5654BA81-F810-4513-A609-10D617AC67A0}"/>
                </a:ext>
              </a:extLst>
            </p:cNvPr>
            <p:cNvSpPr/>
            <p:nvPr userDrawn="1"/>
          </p:nvSpPr>
          <p:spPr>
            <a:xfrm>
              <a:off x="138116" y="4735766"/>
              <a:ext cx="372110" cy="372745"/>
            </a:xfrm>
            <a:custGeom>
              <a:avLst/>
              <a:gdLst/>
              <a:ahLst/>
              <a:cxnLst/>
              <a:rect l="l" t="t" r="r" b="b"/>
              <a:pathLst>
                <a:path w="372109" h="372745">
                  <a:moveTo>
                    <a:pt x="169973" y="0"/>
                  </a:moveTo>
                  <a:lnTo>
                    <a:pt x="123341" y="10174"/>
                  </a:lnTo>
                  <a:lnTo>
                    <a:pt x="80783" y="31802"/>
                  </a:lnTo>
                  <a:lnTo>
                    <a:pt x="44671" y="64038"/>
                  </a:lnTo>
                  <a:lnTo>
                    <a:pt x="17373" y="106036"/>
                  </a:lnTo>
                  <a:lnTo>
                    <a:pt x="2121" y="153753"/>
                  </a:lnTo>
                  <a:lnTo>
                    <a:pt x="0" y="202135"/>
                  </a:lnTo>
                  <a:lnTo>
                    <a:pt x="10165" y="248810"/>
                  </a:lnTo>
                  <a:lnTo>
                    <a:pt x="31773" y="291406"/>
                  </a:lnTo>
                  <a:lnTo>
                    <a:pt x="63980" y="327552"/>
                  </a:lnTo>
                  <a:lnTo>
                    <a:pt x="105940" y="354874"/>
                  </a:lnTo>
                  <a:lnTo>
                    <a:pt x="153616" y="370141"/>
                  </a:lnTo>
                  <a:lnTo>
                    <a:pt x="201955" y="372264"/>
                  </a:lnTo>
                  <a:lnTo>
                    <a:pt x="248587" y="362089"/>
                  </a:lnTo>
                  <a:lnTo>
                    <a:pt x="291143" y="340461"/>
                  </a:lnTo>
                  <a:lnTo>
                    <a:pt x="327253" y="308225"/>
                  </a:lnTo>
                  <a:lnTo>
                    <a:pt x="354550" y="266226"/>
                  </a:lnTo>
                  <a:lnTo>
                    <a:pt x="369803" y="218506"/>
                  </a:lnTo>
                  <a:lnTo>
                    <a:pt x="371924" y="170124"/>
                  </a:lnTo>
                  <a:lnTo>
                    <a:pt x="361758" y="123449"/>
                  </a:lnTo>
                  <a:lnTo>
                    <a:pt x="340150" y="80855"/>
                  </a:lnTo>
                  <a:lnTo>
                    <a:pt x="307944" y="44711"/>
                  </a:lnTo>
                  <a:lnTo>
                    <a:pt x="265984" y="17390"/>
                  </a:lnTo>
                  <a:lnTo>
                    <a:pt x="218311" y="2123"/>
                  </a:lnTo>
                  <a:lnTo>
                    <a:pt x="169973" y="0"/>
                  </a:lnTo>
                  <a:close/>
                </a:path>
              </a:pathLst>
            </a:custGeom>
            <a:solidFill>
              <a:srgbClr val="FFFFFF">
                <a:alpha val="36669"/>
              </a:srgbClr>
            </a:solidFill>
          </p:spPr>
          <p:txBody>
            <a:bodyPr wrap="square" lIns="0" tIns="0" rIns="0" bIns="0" rtlCol="0"/>
            <a:lstStyle/>
            <a:p>
              <a:endParaRPr/>
            </a:p>
          </p:txBody>
        </p:sp>
        <p:sp>
          <p:nvSpPr>
            <p:cNvPr id="29" name="object 29">
              <a:extLst>
                <a:ext uri="{FF2B5EF4-FFF2-40B4-BE49-F238E27FC236}">
                  <a16:creationId xmlns:a16="http://schemas.microsoft.com/office/drawing/2014/main" id="{9AD11C6C-C885-4215-8D00-DC2EA7BF6635}"/>
                </a:ext>
              </a:extLst>
            </p:cNvPr>
            <p:cNvSpPr/>
            <p:nvPr userDrawn="1"/>
          </p:nvSpPr>
          <p:spPr>
            <a:xfrm>
              <a:off x="521408" y="4210863"/>
              <a:ext cx="373380" cy="373380"/>
            </a:xfrm>
            <a:custGeom>
              <a:avLst/>
              <a:gdLst/>
              <a:ahLst/>
              <a:cxnLst/>
              <a:rect l="l" t="t" r="r" b="b"/>
              <a:pathLst>
                <a:path w="373380" h="373379">
                  <a:moveTo>
                    <a:pt x="192724" y="0"/>
                  </a:moveTo>
                  <a:lnTo>
                    <a:pt x="145207" y="4499"/>
                  </a:lnTo>
                  <a:lnTo>
                    <a:pt x="99800" y="21233"/>
                  </a:lnTo>
                  <a:lnTo>
                    <a:pt x="59016" y="50287"/>
                  </a:lnTo>
                  <a:lnTo>
                    <a:pt x="27345" y="89082"/>
                  </a:lnTo>
                  <a:lnTo>
                    <a:pt x="7644" y="133315"/>
                  </a:lnTo>
                  <a:lnTo>
                    <a:pt x="0" y="180470"/>
                  </a:lnTo>
                  <a:lnTo>
                    <a:pt x="4494" y="228030"/>
                  </a:lnTo>
                  <a:lnTo>
                    <a:pt x="21213" y="273480"/>
                  </a:lnTo>
                  <a:lnTo>
                    <a:pt x="50241" y="314301"/>
                  </a:lnTo>
                  <a:lnTo>
                    <a:pt x="89000" y="346001"/>
                  </a:lnTo>
                  <a:lnTo>
                    <a:pt x="133193" y="365719"/>
                  </a:lnTo>
                  <a:lnTo>
                    <a:pt x="180305" y="373371"/>
                  </a:lnTo>
                  <a:lnTo>
                    <a:pt x="227822" y="368872"/>
                  </a:lnTo>
                  <a:lnTo>
                    <a:pt x="273230" y="352138"/>
                  </a:lnTo>
                  <a:lnTo>
                    <a:pt x="314014" y="323084"/>
                  </a:lnTo>
                  <a:lnTo>
                    <a:pt x="345685" y="284289"/>
                  </a:lnTo>
                  <a:lnTo>
                    <a:pt x="365385" y="240055"/>
                  </a:lnTo>
                  <a:lnTo>
                    <a:pt x="373030" y="192900"/>
                  </a:lnTo>
                  <a:lnTo>
                    <a:pt x="368535" y="145340"/>
                  </a:lnTo>
                  <a:lnTo>
                    <a:pt x="351816" y="99891"/>
                  </a:lnTo>
                  <a:lnTo>
                    <a:pt x="322789" y="59070"/>
                  </a:lnTo>
                  <a:lnTo>
                    <a:pt x="284029" y="27369"/>
                  </a:lnTo>
                  <a:lnTo>
                    <a:pt x="239836" y="7651"/>
                  </a:lnTo>
                  <a:lnTo>
                    <a:pt x="192724" y="0"/>
                  </a:lnTo>
                  <a:close/>
                </a:path>
              </a:pathLst>
            </a:custGeom>
            <a:solidFill>
              <a:srgbClr val="FFFFFF">
                <a:alpha val="41108"/>
              </a:srgbClr>
            </a:solidFill>
          </p:spPr>
          <p:txBody>
            <a:bodyPr wrap="square" lIns="0" tIns="0" rIns="0" bIns="0" rtlCol="0"/>
            <a:lstStyle/>
            <a:p>
              <a:endParaRPr/>
            </a:p>
          </p:txBody>
        </p:sp>
        <p:sp>
          <p:nvSpPr>
            <p:cNvPr id="30" name="object 30">
              <a:extLst>
                <a:ext uri="{FF2B5EF4-FFF2-40B4-BE49-F238E27FC236}">
                  <a16:creationId xmlns:a16="http://schemas.microsoft.com/office/drawing/2014/main" id="{63DFFC90-839F-47F4-A819-D1FDFE7A5146}"/>
                </a:ext>
              </a:extLst>
            </p:cNvPr>
            <p:cNvSpPr/>
            <p:nvPr userDrawn="1"/>
          </p:nvSpPr>
          <p:spPr>
            <a:xfrm>
              <a:off x="1068137" y="3865392"/>
              <a:ext cx="371475" cy="372110"/>
            </a:xfrm>
            <a:custGeom>
              <a:avLst/>
              <a:gdLst/>
              <a:ahLst/>
              <a:cxnLst/>
              <a:rect l="l" t="t" r="r" b="b"/>
              <a:pathLst>
                <a:path w="371475" h="372110">
                  <a:moveTo>
                    <a:pt x="165692" y="0"/>
                  </a:moveTo>
                  <a:lnTo>
                    <a:pt x="117100" y="12020"/>
                  </a:lnTo>
                  <a:lnTo>
                    <a:pt x="73398" y="36454"/>
                  </a:lnTo>
                  <a:lnTo>
                    <a:pt x="38836" y="70349"/>
                  </a:lnTo>
                  <a:lnTo>
                    <a:pt x="14414" y="111394"/>
                  </a:lnTo>
                  <a:lnTo>
                    <a:pt x="1135" y="157280"/>
                  </a:lnTo>
                  <a:lnTo>
                    <a:pt x="0" y="205698"/>
                  </a:lnTo>
                  <a:lnTo>
                    <a:pt x="12009" y="254338"/>
                  </a:lnTo>
                  <a:lnTo>
                    <a:pt x="36421" y="298080"/>
                  </a:lnTo>
                  <a:lnTo>
                    <a:pt x="70284" y="332674"/>
                  </a:lnTo>
                  <a:lnTo>
                    <a:pt x="111292" y="357118"/>
                  </a:lnTo>
                  <a:lnTo>
                    <a:pt x="157137" y="370409"/>
                  </a:lnTo>
                  <a:lnTo>
                    <a:pt x="205511" y="371546"/>
                  </a:lnTo>
                  <a:lnTo>
                    <a:pt x="254107" y="359525"/>
                  </a:lnTo>
                  <a:lnTo>
                    <a:pt x="297805" y="335091"/>
                  </a:lnTo>
                  <a:lnTo>
                    <a:pt x="332366" y="301197"/>
                  </a:lnTo>
                  <a:lnTo>
                    <a:pt x="356789" y="260152"/>
                  </a:lnTo>
                  <a:lnTo>
                    <a:pt x="370069" y="214265"/>
                  </a:lnTo>
                  <a:lnTo>
                    <a:pt x="371206" y="165847"/>
                  </a:lnTo>
                  <a:lnTo>
                    <a:pt x="359197" y="117207"/>
                  </a:lnTo>
                  <a:lnTo>
                    <a:pt x="334781" y="73465"/>
                  </a:lnTo>
                  <a:lnTo>
                    <a:pt x="300915" y="38871"/>
                  </a:lnTo>
                  <a:lnTo>
                    <a:pt x="259906" y="14427"/>
                  </a:lnTo>
                  <a:lnTo>
                    <a:pt x="214063" y="1136"/>
                  </a:lnTo>
                  <a:lnTo>
                    <a:pt x="165692" y="0"/>
                  </a:lnTo>
                  <a:close/>
                </a:path>
              </a:pathLst>
            </a:custGeom>
            <a:solidFill>
              <a:srgbClr val="FFFFFF">
                <a:alpha val="45559"/>
              </a:srgbClr>
            </a:solidFill>
          </p:spPr>
          <p:txBody>
            <a:bodyPr wrap="square" lIns="0" tIns="0" rIns="0" bIns="0" rtlCol="0"/>
            <a:lstStyle/>
            <a:p>
              <a:endParaRPr/>
            </a:p>
          </p:txBody>
        </p:sp>
        <p:sp>
          <p:nvSpPr>
            <p:cNvPr id="31" name="object 31">
              <a:extLst>
                <a:ext uri="{FF2B5EF4-FFF2-40B4-BE49-F238E27FC236}">
                  <a16:creationId xmlns:a16="http://schemas.microsoft.com/office/drawing/2014/main" id="{A499C266-790D-45F2-BD24-25587058745C}"/>
                </a:ext>
              </a:extLst>
            </p:cNvPr>
            <p:cNvSpPr/>
            <p:nvPr userDrawn="1"/>
          </p:nvSpPr>
          <p:spPr>
            <a:xfrm>
              <a:off x="1703742" y="374405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8"/>
                  </a:lnTo>
                  <a:lnTo>
                    <a:pt x="137008" y="366908"/>
                  </a:lnTo>
                  <a:lnTo>
                    <a:pt x="186620" y="373580"/>
                  </a:lnTo>
                  <a:lnTo>
                    <a:pt x="236232" y="366908"/>
                  </a:lnTo>
                  <a:lnTo>
                    <a:pt x="280811" y="348078"/>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50000"/>
              </a:srgbClr>
            </a:solidFill>
          </p:spPr>
          <p:txBody>
            <a:bodyPr wrap="square" lIns="0" tIns="0" rIns="0" bIns="0" rtlCol="0"/>
            <a:lstStyle/>
            <a:p>
              <a:endParaRPr/>
            </a:p>
          </p:txBody>
        </p:sp>
      </p:grpSp>
      <p:pic>
        <p:nvPicPr>
          <p:cNvPr id="32" name="Picture 31">
            <a:extLst>
              <a:ext uri="{FF2B5EF4-FFF2-40B4-BE49-F238E27FC236}">
                <a16:creationId xmlns:a16="http://schemas.microsoft.com/office/drawing/2014/main" id="{8D9FBEE0-0A00-4619-8257-DCBA4600E8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34" name="Slide Number">
            <a:extLst>
              <a:ext uri="{FF2B5EF4-FFF2-40B4-BE49-F238E27FC236}">
                <a16:creationId xmlns:a16="http://schemas.microsoft.com/office/drawing/2014/main" id="{12E5CBB7-3F60-4255-B7D4-36B51D87898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35" name="Footer Placeholder 8">
            <a:extLst>
              <a:ext uri="{FF2B5EF4-FFF2-40B4-BE49-F238E27FC236}">
                <a16:creationId xmlns:a16="http://schemas.microsoft.com/office/drawing/2014/main" id="{8AE59EE9-162B-4683-9334-244CCCEED3D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24448258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plitscreen Gray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nvGrpSpPr>
          <p:cNvPr id="4" name="Group 3">
            <a:extLst>
              <a:ext uri="{FF2B5EF4-FFF2-40B4-BE49-F238E27FC236}">
                <a16:creationId xmlns:a16="http://schemas.microsoft.com/office/drawing/2014/main" id="{BFC845FD-1279-4C3B-8F5D-7EC039CEA440}"/>
              </a:ext>
            </a:extLst>
          </p:cNvPr>
          <p:cNvGrpSpPr/>
          <p:nvPr userDrawn="1"/>
        </p:nvGrpSpPr>
        <p:grpSpPr>
          <a:xfrm>
            <a:off x="0" y="0"/>
            <a:ext cx="14785256" cy="13716000"/>
            <a:chOff x="0" y="0"/>
            <a:chExt cx="14785256" cy="13716000"/>
          </a:xfrm>
        </p:grpSpPr>
        <p:pic>
          <p:nvPicPr>
            <p:cNvPr id="3" name="Picture 2">
              <a:extLst>
                <a:ext uri="{FF2B5EF4-FFF2-40B4-BE49-F238E27FC236}">
                  <a16:creationId xmlns:a16="http://schemas.microsoft.com/office/drawing/2014/main" id="{8551CB16-AEE5-48A9-A50B-48785CBB0D6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14785256" cy="7658100"/>
            </a:xfrm>
            <a:prstGeom prst="rect">
              <a:avLst/>
            </a:prstGeom>
          </p:spPr>
        </p:pic>
        <p:pic>
          <p:nvPicPr>
            <p:cNvPr id="13" name="Picture 12">
              <a:extLst>
                <a:ext uri="{FF2B5EF4-FFF2-40B4-BE49-F238E27FC236}">
                  <a16:creationId xmlns:a16="http://schemas.microsoft.com/office/drawing/2014/main" id="{93F1D2C8-2253-462D-8125-D8FD33E361AF}"/>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7492181"/>
              <a:ext cx="14785256" cy="6223819"/>
            </a:xfrm>
            <a:prstGeom prst="rect">
              <a:avLst/>
            </a:prstGeom>
          </p:spPr>
        </p:pic>
      </p:gr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3E5416C-CE59-4C37-9F4B-E146BF3F192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6" name="Slide Number">
            <a:extLst>
              <a:ext uri="{FF2B5EF4-FFF2-40B4-BE49-F238E27FC236}">
                <a16:creationId xmlns:a16="http://schemas.microsoft.com/office/drawing/2014/main" id="{D1D898F4-F7EC-4E64-A502-BB1C7FE813E9}"/>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7" name="Footer Placeholder 8">
            <a:extLst>
              <a:ext uri="{FF2B5EF4-FFF2-40B4-BE49-F238E27FC236}">
                <a16:creationId xmlns:a16="http://schemas.microsoft.com/office/drawing/2014/main" id="{5388B950-0B18-400A-88CA-3EA980836F3A}"/>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135872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plitscreen Gray Right">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5CA99B2-5A3C-40B0-8B19-222A53F6470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6" name="Picture 15">
            <a:extLst>
              <a:ext uri="{FF2B5EF4-FFF2-40B4-BE49-F238E27FC236}">
                <a16:creationId xmlns:a16="http://schemas.microsoft.com/office/drawing/2014/main" id="{D6D59529-B991-4EF1-9B77-26FA5DBB46E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6247D980-747E-4E92-8744-4B67E66A1E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0" name="Slide Number">
            <a:extLst>
              <a:ext uri="{FF2B5EF4-FFF2-40B4-BE49-F238E27FC236}">
                <a16:creationId xmlns:a16="http://schemas.microsoft.com/office/drawing/2014/main" id="{36C6D819-52BC-4A6A-9893-EEB0C1D97D41}"/>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3" name="Footer Placeholder 8">
            <a:extLst>
              <a:ext uri="{FF2B5EF4-FFF2-40B4-BE49-F238E27FC236}">
                <a16:creationId xmlns:a16="http://schemas.microsoft.com/office/drawing/2014/main" id="{D5995C3A-8369-4BB6-9E5E-A40C9088F692}"/>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626265320"/>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plitscreen Green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pic>
        <p:nvPicPr>
          <p:cNvPr id="14" name="Picture 13">
            <a:extLst>
              <a:ext uri="{FF2B5EF4-FFF2-40B4-BE49-F238E27FC236}">
                <a16:creationId xmlns:a16="http://schemas.microsoft.com/office/drawing/2014/main" id="{5DD3FA69-ED76-43F4-BF22-8CB2EAD09CA6}"/>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C8CD9E9-A3C8-4C26-85E9-08FFC36DB3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9" name="Slide Number">
            <a:extLst>
              <a:ext uri="{FF2B5EF4-FFF2-40B4-BE49-F238E27FC236}">
                <a16:creationId xmlns:a16="http://schemas.microsoft.com/office/drawing/2014/main" id="{213D6958-433E-4DAE-9354-29D11762BD08}"/>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82ABF0F-A567-4FD1-B68B-E45C188AFE8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2824716848"/>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litscreen Green Right">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AB76B32-2FC6-4BBD-AF81-9BEE5222B51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322E6C02-E5CF-4E11-8CD7-C86D8406E86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userDrawn="1">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userDrawn="1">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33F70AA3-75FF-4509-B25D-75814C72D7D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
        <p:nvSpPr>
          <p:cNvPr id="11" name="Slide Number">
            <a:extLst>
              <a:ext uri="{FF2B5EF4-FFF2-40B4-BE49-F238E27FC236}">
                <a16:creationId xmlns:a16="http://schemas.microsoft.com/office/drawing/2014/main" id="{92D1D4C1-3846-4DCB-83C1-BE2E7D4289D6}"/>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84DECC05-5763-43D3-B234-A4B1D8B45EB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156583549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plitscreen Green Gray">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D1346C-2FAB-435C-B732-77AF6CF2D3EB}"/>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E76BC7A2-0620-4BA6-8249-191150B825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pic>
        <p:nvPicPr>
          <p:cNvPr id="17" name="Picture 16">
            <a:extLst>
              <a:ext uri="{FF2B5EF4-FFF2-40B4-BE49-F238E27FC236}">
                <a16:creationId xmlns:a16="http://schemas.microsoft.com/office/drawing/2014/main" id="{67B49DAD-ADEE-4E34-9A21-48F4E03F0CA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13" name="Slide Number">
            <a:extLst>
              <a:ext uri="{FF2B5EF4-FFF2-40B4-BE49-F238E27FC236}">
                <a16:creationId xmlns:a16="http://schemas.microsoft.com/office/drawing/2014/main" id="{80991388-169C-4E84-9C78-D35FEB0CA1CE}"/>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4" name="Footer Placeholder 8">
            <a:extLst>
              <a:ext uri="{FF2B5EF4-FFF2-40B4-BE49-F238E27FC236}">
                <a16:creationId xmlns:a16="http://schemas.microsoft.com/office/drawing/2014/main" id="{320C4448-53D6-47E7-B1A8-457C7DD4EC6B}"/>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87223901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plitscreen Gray Green">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464F06-6FAA-4C91-B11A-274A5DB9DDB3}"/>
              </a:ext>
            </a:extLst>
          </p:cNvPr>
          <p:cNvSpPr/>
          <p:nvPr userDrawn="1"/>
        </p:nvSpPr>
        <p:spPr>
          <a:xfrm>
            <a:off x="10405" y="0"/>
            <a:ext cx="12142491"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A5E53D82-5D52-490A-878B-FD5555C8906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pic>
        <p:nvPicPr>
          <p:cNvPr id="13" name="Picture 12">
            <a:extLst>
              <a:ext uri="{FF2B5EF4-FFF2-40B4-BE49-F238E27FC236}">
                <a16:creationId xmlns:a16="http://schemas.microsoft.com/office/drawing/2014/main" id="{E67541A7-0357-4898-A489-02422666661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93C76C89-5D27-4207-BEDD-81EBA739F010}"/>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11" name="Slide Number">
            <a:extLst>
              <a:ext uri="{FF2B5EF4-FFF2-40B4-BE49-F238E27FC236}">
                <a16:creationId xmlns:a16="http://schemas.microsoft.com/office/drawing/2014/main" id="{F8EF72D2-02CF-445A-A87B-F3BCA936F52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D8E937F-B365-4E1D-8E7F-4B401853261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138207445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1162051" y="2565400"/>
            <a:ext cx="11222106" cy="9103140"/>
          </a:xfrm>
          <a:prstGeom prst="rect">
            <a:avLst/>
          </a:prstGeom>
        </p:spPr>
        <p:txBody>
          <a:bodyPr/>
          <a:lstStyle/>
          <a:p>
            <a:pPr lvl="0"/>
            <a:r>
              <a:rPr lang="en-US"/>
              <a:t>Edit Master text styles</a:t>
            </a:r>
          </a:p>
          <a:p>
            <a:pPr lvl="1"/>
            <a:r>
              <a:rPr lang="en-US"/>
              <a:t>Second level</a:t>
            </a:r>
          </a:p>
          <a:p>
            <a:pPr lvl="2"/>
            <a:r>
              <a:rPr lang="en-US"/>
              <a:t>Third level</a:t>
            </a:r>
          </a:p>
        </p:txBody>
      </p:sp>
      <p:sp>
        <p:nvSpPr>
          <p:cNvPr id="8" name="Content Placeholder 6"/>
          <p:cNvSpPr>
            <a:spLocks noGrp="1"/>
          </p:cNvSpPr>
          <p:nvPr>
            <p:ph sz="quarter" idx="11"/>
          </p:nvPr>
        </p:nvSpPr>
        <p:spPr>
          <a:xfrm>
            <a:off x="12436549" y="2565400"/>
            <a:ext cx="11222106" cy="9103140"/>
          </a:xfrm>
          <a:prstGeom prst="rect">
            <a:avLst/>
          </a:prstGeom>
        </p:spPr>
        <p:txBody>
          <a:bodyPr/>
          <a:lstStyle/>
          <a:p>
            <a:pPr lvl="0"/>
            <a:r>
              <a:rPr lang="en-US"/>
              <a:t>Edit Master text styles</a:t>
            </a:r>
          </a:p>
          <a:p>
            <a:pPr lvl="1"/>
            <a:r>
              <a:rPr lang="en-US"/>
              <a:t>Second level</a:t>
            </a:r>
          </a:p>
          <a:p>
            <a:pPr lvl="2"/>
            <a:r>
              <a:rPr lang="en-US"/>
              <a:t>Third level</a:t>
            </a:r>
          </a:p>
        </p:txBody>
      </p:sp>
      <p:sp>
        <p:nvSpPr>
          <p:cNvPr id="5"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36367851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11163561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2180898"/>
            <a:ext cx="6400800" cy="1153510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7292747" y="2674620"/>
            <a:ext cx="7772400" cy="962152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487680" y="2674619"/>
            <a:ext cx="5486400" cy="96215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196521" y="177138"/>
            <a:ext cx="22295531" cy="1953413"/>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15719652" y="2674620"/>
            <a:ext cx="7772400" cy="962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a:extLst>
              <a:ext uri="{FF2B5EF4-FFF2-40B4-BE49-F238E27FC236}">
                <a16:creationId xmlns:a16="http://schemas.microsoft.com/office/drawing/2014/main" id="{1A051EEE-155A-45B5-9A02-8CED6140336D}"/>
              </a:ext>
            </a:extLst>
          </p:cNvPr>
          <p:cNvSpPr txBox="1">
            <a:spLocks noGrp="1"/>
          </p:cNvSpPr>
          <p:nvPr>
            <p:ph type="sldNum" sz="quarter" idx="2"/>
          </p:nvPr>
        </p:nvSpPr>
        <p:spPr>
          <a:xfrm>
            <a:off x="284352" y="12537609"/>
            <a:ext cx="668453" cy="646331"/>
          </a:xfrm>
          <a:prstGeom prst="rect">
            <a:avLst/>
          </a:prstGeom>
          <a:ln w="12700">
            <a:miter lim="400000"/>
          </a:ln>
        </p:spPr>
        <p:txBody>
          <a:bodyPr wrap="none" lIns="76200" tIns="76200" rIns="76200" bIns="76200" anchor="b" anchorCtr="0">
            <a:spAutoFit/>
          </a:bodyPr>
          <a:lstStyle>
            <a:lvl1pPr>
              <a:defRPr sz="32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0" name="Footer Placeholder 8">
            <a:extLst>
              <a:ext uri="{FF2B5EF4-FFF2-40B4-BE49-F238E27FC236}">
                <a16:creationId xmlns:a16="http://schemas.microsoft.com/office/drawing/2014/main" id="{92BCACAC-261E-42C0-9717-559AC0988ECA}"/>
              </a:ext>
            </a:extLst>
          </p:cNvPr>
          <p:cNvSpPr>
            <a:spLocks noGrp="1"/>
          </p:cNvSpPr>
          <p:nvPr>
            <p:ph type="ftr" sz="quarter" idx="3"/>
          </p:nvPr>
        </p:nvSpPr>
        <p:spPr>
          <a:xfrm>
            <a:off x="284352" y="13142665"/>
            <a:ext cx="2443983" cy="407510"/>
          </a:xfrm>
          <a:prstGeom prst="rect">
            <a:avLst/>
          </a:prstGeom>
        </p:spPr>
        <p:txBody>
          <a:bodyPr vert="horz" lIns="91440" tIns="45720" rIns="91440" bIns="45720" rtlCol="0" anchor="t" anchorCtr="0"/>
          <a:lstStyle>
            <a:lvl1pPr algn="l">
              <a:lnSpc>
                <a:spcPct val="80000"/>
              </a:lnSpc>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 Solace</a:t>
            </a:r>
            <a:br>
              <a:rPr lang="en-US"/>
            </a:br>
            <a:r>
              <a:rPr lang="en-US"/>
              <a:t>Proprietary &amp; Confidential</a:t>
            </a:r>
          </a:p>
        </p:txBody>
      </p:sp>
    </p:spTree>
    <p:extLst>
      <p:ext uri="{BB962C8B-B14F-4D97-AF65-F5344CB8AC3E}">
        <p14:creationId xmlns:p14="http://schemas.microsoft.com/office/powerpoint/2010/main" val="3833986969"/>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Open White">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1" y="177138"/>
            <a:ext cx="22055365" cy="1953413"/>
          </a:xfrm>
        </p:spPr>
        <p:txBody>
          <a:bodyPr anchor="ctr" anchorCtr="0"/>
          <a:lstStyle>
            <a:lvl1pPr>
              <a:lnSpc>
                <a:spcPct val="90000"/>
              </a:lnSpc>
              <a:defRPr sz="6600" b="0">
                <a:solidFill>
                  <a:srgbClr val="474747"/>
                </a:solidFill>
              </a:defRPr>
            </a:lvl1pPr>
          </a:lstStyle>
          <a:p>
            <a:r>
              <a:rPr lang="en-US" dirty="0"/>
              <a:t>Click to edit Master title style</a:t>
            </a:r>
          </a:p>
        </p:txBody>
      </p:sp>
      <p:sp>
        <p:nvSpPr>
          <p:cNvPr id="7" name="Slide Number">
            <a:extLst>
              <a:ext uri="{FF2B5EF4-FFF2-40B4-BE49-F238E27FC236}">
                <a16:creationId xmlns:a16="http://schemas.microsoft.com/office/drawing/2014/main" id="{660F8F57-C2A3-4CAF-B6D1-501519708F0D}"/>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dirty="0"/>
          </a:p>
        </p:txBody>
      </p:sp>
      <p:sp>
        <p:nvSpPr>
          <p:cNvPr id="8" name="Footer Placeholder 8">
            <a:extLst>
              <a:ext uri="{FF2B5EF4-FFF2-40B4-BE49-F238E27FC236}">
                <a16:creationId xmlns:a16="http://schemas.microsoft.com/office/drawing/2014/main" id="{533A821D-CF3F-446D-ADFD-652B964ED7EF}"/>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dirty="0"/>
              <a:t>© Solace</a:t>
            </a:r>
          </a:p>
          <a:p>
            <a:r>
              <a:rPr lang="en-US" dirty="0"/>
              <a:t>Proprietary &amp; Confidential</a:t>
            </a:r>
          </a:p>
        </p:txBody>
      </p:sp>
    </p:spTree>
    <p:extLst>
      <p:ext uri="{BB962C8B-B14F-4D97-AF65-F5344CB8AC3E}">
        <p14:creationId xmlns:p14="http://schemas.microsoft.com/office/powerpoint/2010/main" val="292880464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34D7EC-C6D5-4B4D-8705-B690ECD38D07}" type="datetimeFigureOut">
              <a:rPr lang="en-US" smtClean="0"/>
              <a:t>3/23/19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02674-6102-0B4D-BBA5-56368CE023A3}" type="slidenum">
              <a:rPr lang="en-US" smtClean="0"/>
              <a:t>‹#›</a:t>
            </a:fld>
            <a:endParaRPr lang="en-US"/>
          </a:p>
        </p:txBody>
      </p:sp>
    </p:spTree>
    <p:extLst>
      <p:ext uri="{BB962C8B-B14F-4D97-AF65-F5344CB8AC3E}">
        <p14:creationId xmlns:p14="http://schemas.microsoft.com/office/powerpoint/2010/main" val="2995237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in Title Page">
    <p:bg>
      <p:bgPr>
        <a:solidFill>
          <a:srgbClr val="00C895"/>
        </a:soli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BAAB427-F9E2-4129-AC6E-EC99D1F0232B}"/>
              </a:ext>
            </a:extLst>
          </p:cNvPr>
          <p:cNvSpPr/>
          <p:nvPr userDrawn="1"/>
        </p:nvSpPr>
        <p:spPr>
          <a:xfrm>
            <a:off x="18717185"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7" name="object 4">
            <a:extLst>
              <a:ext uri="{FF2B5EF4-FFF2-40B4-BE49-F238E27FC236}">
                <a16:creationId xmlns:a16="http://schemas.microsoft.com/office/drawing/2014/main" id="{975EC605-EDA3-4E46-92C5-04DA5E30266B}"/>
              </a:ext>
            </a:extLst>
          </p:cNvPr>
          <p:cNvSpPr/>
          <p:nvPr userDrawn="1"/>
        </p:nvSpPr>
        <p:spPr>
          <a:xfrm>
            <a:off x="18717185"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9" name="object 5">
            <a:extLst>
              <a:ext uri="{FF2B5EF4-FFF2-40B4-BE49-F238E27FC236}">
                <a16:creationId xmlns:a16="http://schemas.microsoft.com/office/drawing/2014/main" id="{5A2D9B08-FD35-4CEB-A6F2-CD75BCC5E2E1}"/>
              </a:ext>
            </a:extLst>
          </p:cNvPr>
          <p:cNvSpPr/>
          <p:nvPr userDrawn="1"/>
        </p:nvSpPr>
        <p:spPr>
          <a:xfrm>
            <a:off x="18717183"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10" name="object 6">
            <a:extLst>
              <a:ext uri="{FF2B5EF4-FFF2-40B4-BE49-F238E27FC236}">
                <a16:creationId xmlns:a16="http://schemas.microsoft.com/office/drawing/2014/main" id="{C5628A51-4D72-4F98-9E6A-C48EBC2830C5}"/>
              </a:ext>
            </a:extLst>
          </p:cNvPr>
          <p:cNvSpPr/>
          <p:nvPr userDrawn="1"/>
        </p:nvSpPr>
        <p:spPr>
          <a:xfrm>
            <a:off x="18717185"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11" name="object 7">
            <a:extLst>
              <a:ext uri="{FF2B5EF4-FFF2-40B4-BE49-F238E27FC236}">
                <a16:creationId xmlns:a16="http://schemas.microsoft.com/office/drawing/2014/main" id="{35C0F50B-B41A-4642-ABC6-B4E26757F366}"/>
              </a:ext>
            </a:extLst>
          </p:cNvPr>
          <p:cNvSpPr/>
          <p:nvPr userDrawn="1"/>
        </p:nvSpPr>
        <p:spPr>
          <a:xfrm>
            <a:off x="18717185"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12" name="object 8">
            <a:extLst>
              <a:ext uri="{FF2B5EF4-FFF2-40B4-BE49-F238E27FC236}">
                <a16:creationId xmlns:a16="http://schemas.microsoft.com/office/drawing/2014/main" id="{CBE1AD97-DFAB-4543-97B8-178F702B4016}"/>
              </a:ext>
            </a:extLst>
          </p:cNvPr>
          <p:cNvSpPr/>
          <p:nvPr userDrawn="1"/>
        </p:nvSpPr>
        <p:spPr>
          <a:xfrm>
            <a:off x="18717185"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14" name="object 9">
            <a:extLst>
              <a:ext uri="{FF2B5EF4-FFF2-40B4-BE49-F238E27FC236}">
                <a16:creationId xmlns:a16="http://schemas.microsoft.com/office/drawing/2014/main" id="{EB00F915-CBF8-40C9-BA1E-9AFD631A6629}"/>
              </a:ext>
            </a:extLst>
          </p:cNvPr>
          <p:cNvSpPr/>
          <p:nvPr userDrawn="1"/>
        </p:nvSpPr>
        <p:spPr>
          <a:xfrm>
            <a:off x="18717185"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17" name="object 12">
            <a:extLst>
              <a:ext uri="{FF2B5EF4-FFF2-40B4-BE49-F238E27FC236}">
                <a16:creationId xmlns:a16="http://schemas.microsoft.com/office/drawing/2014/main" id="{CB2865E2-2914-4826-BE7C-6A0B248C9469}"/>
              </a:ext>
            </a:extLst>
          </p:cNvPr>
          <p:cNvSpPr/>
          <p:nvPr userDrawn="1"/>
        </p:nvSpPr>
        <p:spPr>
          <a:xfrm>
            <a:off x="2020301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19" name="object 14">
            <a:extLst>
              <a:ext uri="{FF2B5EF4-FFF2-40B4-BE49-F238E27FC236}">
                <a16:creationId xmlns:a16="http://schemas.microsoft.com/office/drawing/2014/main" id="{D2494E57-22BC-4712-AD68-3AE5748FDC19}"/>
              </a:ext>
            </a:extLst>
          </p:cNvPr>
          <p:cNvSpPr/>
          <p:nvPr userDrawn="1"/>
        </p:nvSpPr>
        <p:spPr>
          <a:xfrm>
            <a:off x="2020301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20" name="object 15">
            <a:extLst>
              <a:ext uri="{FF2B5EF4-FFF2-40B4-BE49-F238E27FC236}">
                <a16:creationId xmlns:a16="http://schemas.microsoft.com/office/drawing/2014/main" id="{73229038-4299-4FA0-8F08-721E94C82F1A}"/>
              </a:ext>
            </a:extLst>
          </p:cNvPr>
          <p:cNvSpPr/>
          <p:nvPr userDrawn="1"/>
        </p:nvSpPr>
        <p:spPr>
          <a:xfrm>
            <a:off x="2020300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21" name="object 16">
            <a:extLst>
              <a:ext uri="{FF2B5EF4-FFF2-40B4-BE49-F238E27FC236}">
                <a16:creationId xmlns:a16="http://schemas.microsoft.com/office/drawing/2014/main" id="{6CE66923-71F2-471C-8D41-6DB5671C3865}"/>
              </a:ext>
            </a:extLst>
          </p:cNvPr>
          <p:cNvSpPr/>
          <p:nvPr userDrawn="1"/>
        </p:nvSpPr>
        <p:spPr>
          <a:xfrm>
            <a:off x="2020301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22" name="object 17">
            <a:extLst>
              <a:ext uri="{FF2B5EF4-FFF2-40B4-BE49-F238E27FC236}">
                <a16:creationId xmlns:a16="http://schemas.microsoft.com/office/drawing/2014/main" id="{C4012702-244C-4208-8C7C-C9EF86DF65C9}"/>
              </a:ext>
            </a:extLst>
          </p:cNvPr>
          <p:cNvSpPr/>
          <p:nvPr userDrawn="1"/>
        </p:nvSpPr>
        <p:spPr>
          <a:xfrm>
            <a:off x="2020301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23" name="object 18">
            <a:extLst>
              <a:ext uri="{FF2B5EF4-FFF2-40B4-BE49-F238E27FC236}">
                <a16:creationId xmlns:a16="http://schemas.microsoft.com/office/drawing/2014/main" id="{2A4B0196-E84F-43C4-B192-EA779C970217}"/>
              </a:ext>
            </a:extLst>
          </p:cNvPr>
          <p:cNvSpPr/>
          <p:nvPr userDrawn="1"/>
        </p:nvSpPr>
        <p:spPr>
          <a:xfrm>
            <a:off x="2020301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24" name="object 19">
            <a:extLst>
              <a:ext uri="{FF2B5EF4-FFF2-40B4-BE49-F238E27FC236}">
                <a16:creationId xmlns:a16="http://schemas.microsoft.com/office/drawing/2014/main" id="{6A26D7D3-FA1A-4B40-BC5D-F1DCE2830102}"/>
              </a:ext>
            </a:extLst>
          </p:cNvPr>
          <p:cNvSpPr/>
          <p:nvPr userDrawn="1"/>
        </p:nvSpPr>
        <p:spPr>
          <a:xfrm>
            <a:off x="2020301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27" name="object 22">
            <a:extLst>
              <a:ext uri="{FF2B5EF4-FFF2-40B4-BE49-F238E27FC236}">
                <a16:creationId xmlns:a16="http://schemas.microsoft.com/office/drawing/2014/main" id="{8F75541E-8516-41CA-95E3-88F21CB0FDF1}"/>
              </a:ext>
            </a:extLst>
          </p:cNvPr>
          <p:cNvSpPr/>
          <p:nvPr userDrawn="1"/>
        </p:nvSpPr>
        <p:spPr>
          <a:xfrm>
            <a:off x="17218871" y="954862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5"/>
                </a:lnTo>
                <a:lnTo>
                  <a:pt x="332887" y="839095"/>
                </a:lnTo>
                <a:lnTo>
                  <a:pt x="377623" y="846394"/>
                </a:lnTo>
                <a:lnTo>
                  <a:pt x="423798" y="848885"/>
                </a:lnTo>
                <a:lnTo>
                  <a:pt x="469977" y="846394"/>
                </a:lnTo>
                <a:lnTo>
                  <a:pt x="514715" y="839095"/>
                </a:lnTo>
                <a:lnTo>
                  <a:pt x="557755" y="827245"/>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5000"/>
            </a:srgbClr>
          </a:solidFill>
        </p:spPr>
        <p:txBody>
          <a:bodyPr wrap="square" lIns="0" tIns="0" rIns="0" bIns="0" rtlCol="0"/>
          <a:lstStyle/>
          <a:p>
            <a:endParaRPr/>
          </a:p>
        </p:txBody>
      </p:sp>
      <p:sp>
        <p:nvSpPr>
          <p:cNvPr id="29" name="object 24">
            <a:extLst>
              <a:ext uri="{FF2B5EF4-FFF2-40B4-BE49-F238E27FC236}">
                <a16:creationId xmlns:a16="http://schemas.microsoft.com/office/drawing/2014/main" id="{9CABB628-DF7B-46EE-92DF-35F9FA3A0F24}"/>
              </a:ext>
            </a:extLst>
          </p:cNvPr>
          <p:cNvSpPr/>
          <p:nvPr userDrawn="1"/>
        </p:nvSpPr>
        <p:spPr>
          <a:xfrm>
            <a:off x="17218871" y="680540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5000"/>
            </a:srgbClr>
          </a:solidFill>
        </p:spPr>
        <p:txBody>
          <a:bodyPr wrap="square" lIns="0" tIns="0" rIns="0" bIns="0" rtlCol="0"/>
          <a:lstStyle/>
          <a:p>
            <a:endParaRPr/>
          </a:p>
        </p:txBody>
      </p:sp>
      <p:sp>
        <p:nvSpPr>
          <p:cNvPr id="30" name="object 25">
            <a:extLst>
              <a:ext uri="{FF2B5EF4-FFF2-40B4-BE49-F238E27FC236}">
                <a16:creationId xmlns:a16="http://schemas.microsoft.com/office/drawing/2014/main" id="{D7C38847-2EBE-4F23-BC0B-0E416A7588B2}"/>
              </a:ext>
            </a:extLst>
          </p:cNvPr>
          <p:cNvSpPr/>
          <p:nvPr userDrawn="1"/>
        </p:nvSpPr>
        <p:spPr>
          <a:xfrm>
            <a:off x="17218869" y="5433795"/>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7999"/>
            </a:srgbClr>
          </a:solidFill>
        </p:spPr>
        <p:txBody>
          <a:bodyPr wrap="square" lIns="0" tIns="0" rIns="0" bIns="0" rtlCol="0"/>
          <a:lstStyle/>
          <a:p>
            <a:endParaRPr/>
          </a:p>
        </p:txBody>
      </p:sp>
      <p:sp>
        <p:nvSpPr>
          <p:cNvPr id="31" name="object 26">
            <a:extLst>
              <a:ext uri="{FF2B5EF4-FFF2-40B4-BE49-F238E27FC236}">
                <a16:creationId xmlns:a16="http://schemas.microsoft.com/office/drawing/2014/main" id="{441C7DC6-1247-4A62-8E96-2048692D330F}"/>
              </a:ext>
            </a:extLst>
          </p:cNvPr>
          <p:cNvSpPr/>
          <p:nvPr userDrawn="1"/>
        </p:nvSpPr>
        <p:spPr>
          <a:xfrm>
            <a:off x="17218871" y="406218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40000"/>
            </a:srgbClr>
          </a:solidFill>
        </p:spPr>
        <p:txBody>
          <a:bodyPr wrap="square" lIns="0" tIns="0" rIns="0" bIns="0" rtlCol="0"/>
          <a:lstStyle/>
          <a:p>
            <a:endParaRPr/>
          </a:p>
        </p:txBody>
      </p:sp>
      <p:sp>
        <p:nvSpPr>
          <p:cNvPr id="32" name="object 27">
            <a:extLst>
              <a:ext uri="{FF2B5EF4-FFF2-40B4-BE49-F238E27FC236}">
                <a16:creationId xmlns:a16="http://schemas.microsoft.com/office/drawing/2014/main" id="{B1D8FB7B-AFCB-40E1-A990-A454F929F150}"/>
              </a:ext>
            </a:extLst>
          </p:cNvPr>
          <p:cNvSpPr/>
          <p:nvPr userDrawn="1"/>
        </p:nvSpPr>
        <p:spPr>
          <a:xfrm>
            <a:off x="17218871" y="2690578"/>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5000"/>
            </a:srgbClr>
          </a:solidFill>
        </p:spPr>
        <p:txBody>
          <a:bodyPr wrap="square" lIns="0" tIns="0" rIns="0" bIns="0" rtlCol="0"/>
          <a:lstStyle/>
          <a:p>
            <a:endParaRPr/>
          </a:p>
        </p:txBody>
      </p:sp>
      <p:sp>
        <p:nvSpPr>
          <p:cNvPr id="33" name="object 28">
            <a:extLst>
              <a:ext uri="{FF2B5EF4-FFF2-40B4-BE49-F238E27FC236}">
                <a16:creationId xmlns:a16="http://schemas.microsoft.com/office/drawing/2014/main" id="{8830B901-523E-41AD-9459-B5C4327752B4}"/>
              </a:ext>
            </a:extLst>
          </p:cNvPr>
          <p:cNvSpPr/>
          <p:nvPr userDrawn="1"/>
        </p:nvSpPr>
        <p:spPr>
          <a:xfrm>
            <a:off x="17218871" y="1318970"/>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5"/>
                </a:lnTo>
                <a:lnTo>
                  <a:pt x="139855" y="739537"/>
                </a:lnTo>
                <a:lnTo>
                  <a:pt x="173513" y="766994"/>
                </a:lnTo>
                <a:lnTo>
                  <a:pt x="209904" y="790937"/>
                </a:lnTo>
                <a:lnTo>
                  <a:pt x="248769" y="811108"/>
                </a:lnTo>
                <a:lnTo>
                  <a:pt x="289850" y="827246"/>
                </a:lnTo>
                <a:lnTo>
                  <a:pt x="332887" y="839094"/>
                </a:lnTo>
                <a:lnTo>
                  <a:pt x="377623" y="846393"/>
                </a:lnTo>
                <a:lnTo>
                  <a:pt x="423798" y="848884"/>
                </a:lnTo>
                <a:lnTo>
                  <a:pt x="469977" y="846393"/>
                </a:lnTo>
                <a:lnTo>
                  <a:pt x="514715" y="839094"/>
                </a:lnTo>
                <a:lnTo>
                  <a:pt x="557755" y="827246"/>
                </a:lnTo>
                <a:lnTo>
                  <a:pt x="598836" y="811108"/>
                </a:lnTo>
                <a:lnTo>
                  <a:pt x="637701" y="790937"/>
                </a:lnTo>
                <a:lnTo>
                  <a:pt x="674092" y="766994"/>
                </a:lnTo>
                <a:lnTo>
                  <a:pt x="707749" y="739537"/>
                </a:lnTo>
                <a:lnTo>
                  <a:pt x="738415" y="708825"/>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30000"/>
            </a:srgbClr>
          </a:solidFill>
        </p:spPr>
        <p:txBody>
          <a:bodyPr wrap="square" lIns="0" tIns="0" rIns="0" bIns="0" rtlCol="0"/>
          <a:lstStyle/>
          <a:p>
            <a:endParaRPr/>
          </a:p>
        </p:txBody>
      </p:sp>
      <p:sp>
        <p:nvSpPr>
          <p:cNvPr id="34" name="object 29">
            <a:extLst>
              <a:ext uri="{FF2B5EF4-FFF2-40B4-BE49-F238E27FC236}">
                <a16:creationId xmlns:a16="http://schemas.microsoft.com/office/drawing/2014/main" id="{0EA32621-7C1F-4258-87B0-280B0BBD8695}"/>
              </a:ext>
            </a:extLst>
          </p:cNvPr>
          <p:cNvSpPr/>
          <p:nvPr userDrawn="1"/>
        </p:nvSpPr>
        <p:spPr>
          <a:xfrm>
            <a:off x="17218871" y="-9098"/>
            <a:ext cx="776016" cy="777178"/>
          </a:xfrm>
          <a:custGeom>
            <a:avLst/>
            <a:gdLst/>
            <a:ahLst/>
            <a:cxnLst/>
            <a:rect l="l" t="t" r="r" b="b"/>
            <a:pathLst>
              <a:path w="847725" h="848994">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92"/>
                </a:lnTo>
                <a:lnTo>
                  <a:pt x="9775" y="515498"/>
                </a:lnTo>
                <a:lnTo>
                  <a:pt x="21606" y="558603"/>
                </a:lnTo>
                <a:lnTo>
                  <a:pt x="37722" y="599747"/>
                </a:lnTo>
                <a:lnTo>
                  <a:pt x="57863" y="638671"/>
                </a:lnTo>
                <a:lnTo>
                  <a:pt x="81772" y="675117"/>
                </a:lnTo>
                <a:lnTo>
                  <a:pt x="109189" y="708826"/>
                </a:lnTo>
                <a:lnTo>
                  <a:pt x="139855" y="739538"/>
                </a:lnTo>
                <a:lnTo>
                  <a:pt x="173513" y="766995"/>
                </a:lnTo>
                <a:lnTo>
                  <a:pt x="209904" y="790938"/>
                </a:lnTo>
                <a:lnTo>
                  <a:pt x="248769" y="811109"/>
                </a:lnTo>
                <a:lnTo>
                  <a:pt x="289850" y="827247"/>
                </a:lnTo>
                <a:lnTo>
                  <a:pt x="332887" y="839095"/>
                </a:lnTo>
                <a:lnTo>
                  <a:pt x="377623" y="846394"/>
                </a:lnTo>
                <a:lnTo>
                  <a:pt x="423798" y="848885"/>
                </a:lnTo>
                <a:lnTo>
                  <a:pt x="469977" y="846394"/>
                </a:lnTo>
                <a:lnTo>
                  <a:pt x="514715" y="839095"/>
                </a:lnTo>
                <a:lnTo>
                  <a:pt x="557755" y="827247"/>
                </a:lnTo>
                <a:lnTo>
                  <a:pt x="598836" y="811109"/>
                </a:lnTo>
                <a:lnTo>
                  <a:pt x="637701" y="790938"/>
                </a:lnTo>
                <a:lnTo>
                  <a:pt x="674092" y="766995"/>
                </a:lnTo>
                <a:lnTo>
                  <a:pt x="707749" y="739538"/>
                </a:lnTo>
                <a:lnTo>
                  <a:pt x="738415" y="708826"/>
                </a:lnTo>
                <a:lnTo>
                  <a:pt x="765831" y="675117"/>
                </a:lnTo>
                <a:lnTo>
                  <a:pt x="789738" y="638671"/>
                </a:lnTo>
                <a:lnTo>
                  <a:pt x="809878" y="599747"/>
                </a:lnTo>
                <a:lnTo>
                  <a:pt x="825992" y="558603"/>
                </a:lnTo>
                <a:lnTo>
                  <a:pt x="837822" y="515498"/>
                </a:lnTo>
                <a:lnTo>
                  <a:pt x="845110" y="470692"/>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25000"/>
            </a:srgbClr>
          </a:solidFill>
        </p:spPr>
        <p:txBody>
          <a:bodyPr wrap="square" lIns="0" tIns="0" rIns="0" bIns="0" rtlCol="0"/>
          <a:lstStyle/>
          <a:p>
            <a:endParaRPr/>
          </a:p>
        </p:txBody>
      </p:sp>
      <p:sp>
        <p:nvSpPr>
          <p:cNvPr id="3" name="Title 2">
            <a:extLst>
              <a:ext uri="{FF2B5EF4-FFF2-40B4-BE49-F238E27FC236}">
                <a16:creationId xmlns:a16="http://schemas.microsoft.com/office/drawing/2014/main" id="{64A5F90B-B81F-7A4E-A0B3-DB638DF3235F}"/>
              </a:ext>
            </a:extLst>
          </p:cNvPr>
          <p:cNvSpPr>
            <a:spLocks noGrp="1"/>
          </p:cNvSpPr>
          <p:nvPr userDrawn="1">
            <p:ph type="title" hasCustomPrompt="1"/>
          </p:nvPr>
        </p:nvSpPr>
        <p:spPr>
          <a:xfrm>
            <a:off x="3071925" y="1866900"/>
            <a:ext cx="13245776" cy="4982584"/>
          </a:xfrm>
        </p:spPr>
        <p:txBody>
          <a:bodyPr anchor="b"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Master title style</a:t>
            </a:r>
          </a:p>
        </p:txBody>
      </p:sp>
      <p:sp>
        <p:nvSpPr>
          <p:cNvPr id="13" name="Text Placeholder 12">
            <a:extLst>
              <a:ext uri="{FF2B5EF4-FFF2-40B4-BE49-F238E27FC236}">
                <a16:creationId xmlns:a16="http://schemas.microsoft.com/office/drawing/2014/main" id="{1C769EDD-5D4B-784F-B3D3-43D9867E2F33}"/>
              </a:ext>
            </a:extLst>
          </p:cNvPr>
          <p:cNvSpPr>
            <a:spLocks noGrp="1"/>
          </p:cNvSpPr>
          <p:nvPr userDrawn="1">
            <p:ph type="body" sz="quarter" idx="11"/>
          </p:nvPr>
        </p:nvSpPr>
        <p:spPr>
          <a:xfrm>
            <a:off x="4241769" y="10137547"/>
            <a:ext cx="11818688" cy="2010342"/>
          </a:xfrm>
        </p:spPr>
        <p:txBody>
          <a:bodyPr tIns="0" bIns="0"/>
          <a:lstStyle>
            <a:lvl1pPr marL="15875" indent="0" algn="r">
              <a:spcBef>
                <a:spcPts val="0"/>
              </a:spcBef>
              <a:spcAft>
                <a:spcPts val="500"/>
              </a:spcAft>
              <a:buNone/>
              <a:tabLst/>
              <a:defRPr sz="4800" b="1" i="0">
                <a:solidFill>
                  <a:schemeClr val="bg1"/>
                </a:solidFill>
                <a:latin typeface="Open Sans SemiBold" charset="0"/>
                <a:ea typeface="Open Sans SemiBold" charset="0"/>
                <a:cs typeface="Open Sans SemiBold" charset="0"/>
              </a:defRPr>
            </a:lvl1pPr>
            <a:lvl2pPr marL="15875" indent="0" algn="r">
              <a:spcBef>
                <a:spcPts val="0"/>
              </a:spcBef>
              <a:spcAft>
                <a:spcPts val="600"/>
              </a:spcAft>
              <a:buNone/>
              <a:tabLst/>
              <a:defRPr sz="4800" b="1" i="0">
                <a:solidFill>
                  <a:schemeClr val="bg1"/>
                </a:solidFill>
                <a:latin typeface="Open Sans SemiBold" charset="0"/>
                <a:ea typeface="Open Sans SemiBold" charset="0"/>
                <a:cs typeface="Open Sans SemiBold" charset="0"/>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p:txBody>
      </p:sp>
      <p:sp>
        <p:nvSpPr>
          <p:cNvPr id="51" name="object 3">
            <a:extLst>
              <a:ext uri="{FF2B5EF4-FFF2-40B4-BE49-F238E27FC236}">
                <a16:creationId xmlns:a16="http://schemas.microsoft.com/office/drawing/2014/main" id="{539294E6-39CD-433D-A734-598BC9EDA507}"/>
              </a:ext>
            </a:extLst>
          </p:cNvPr>
          <p:cNvSpPr/>
          <p:nvPr userDrawn="1"/>
        </p:nvSpPr>
        <p:spPr>
          <a:xfrm>
            <a:off x="18717185"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2" name="object 4">
            <a:extLst>
              <a:ext uri="{FF2B5EF4-FFF2-40B4-BE49-F238E27FC236}">
                <a16:creationId xmlns:a16="http://schemas.microsoft.com/office/drawing/2014/main" id="{08813757-5ABC-422C-BDE8-D415A029A234}"/>
              </a:ext>
            </a:extLst>
          </p:cNvPr>
          <p:cNvSpPr/>
          <p:nvPr userDrawn="1"/>
        </p:nvSpPr>
        <p:spPr>
          <a:xfrm>
            <a:off x="18717185"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4" name="object 13">
            <a:extLst>
              <a:ext uri="{FF2B5EF4-FFF2-40B4-BE49-F238E27FC236}">
                <a16:creationId xmlns:a16="http://schemas.microsoft.com/office/drawing/2014/main" id="{B190223F-D3BE-46AD-B7C8-D8B2E0809B8C}"/>
              </a:ext>
            </a:extLst>
          </p:cNvPr>
          <p:cNvSpPr/>
          <p:nvPr userDrawn="1"/>
        </p:nvSpPr>
        <p:spPr>
          <a:xfrm>
            <a:off x="2020301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99F2EF54-D663-48FD-AD2C-2927FF399323}"/>
              </a:ext>
            </a:extLst>
          </p:cNvPr>
          <p:cNvSpPr/>
          <p:nvPr userDrawn="1"/>
        </p:nvSpPr>
        <p:spPr>
          <a:xfrm>
            <a:off x="2020301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7" name="object 23">
            <a:extLst>
              <a:ext uri="{FF2B5EF4-FFF2-40B4-BE49-F238E27FC236}">
                <a16:creationId xmlns:a16="http://schemas.microsoft.com/office/drawing/2014/main" id="{8041F301-C5F2-4E61-9BFB-6BE525D5F8E3}"/>
              </a:ext>
            </a:extLst>
          </p:cNvPr>
          <p:cNvSpPr/>
          <p:nvPr userDrawn="1"/>
        </p:nvSpPr>
        <p:spPr>
          <a:xfrm>
            <a:off x="17218871" y="1239703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5000"/>
            </a:srgbClr>
          </a:solidFill>
        </p:spPr>
        <p:txBody>
          <a:bodyPr wrap="square" lIns="0" tIns="0" rIns="0" bIns="0" rtlCol="0"/>
          <a:lstStyle/>
          <a:p>
            <a:endParaRPr/>
          </a:p>
        </p:txBody>
      </p:sp>
      <p:sp>
        <p:nvSpPr>
          <p:cNvPr id="58" name="object 24">
            <a:extLst>
              <a:ext uri="{FF2B5EF4-FFF2-40B4-BE49-F238E27FC236}">
                <a16:creationId xmlns:a16="http://schemas.microsoft.com/office/drawing/2014/main" id="{EA07C525-DF81-4BE4-A52B-9781520A43C1}"/>
              </a:ext>
            </a:extLst>
          </p:cNvPr>
          <p:cNvSpPr/>
          <p:nvPr userDrawn="1"/>
        </p:nvSpPr>
        <p:spPr>
          <a:xfrm>
            <a:off x="17218871" y="11025422"/>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9"/>
                </a:lnTo>
                <a:lnTo>
                  <a:pt x="81772" y="173767"/>
                </a:lnTo>
                <a:lnTo>
                  <a:pt x="57863" y="210213"/>
                </a:lnTo>
                <a:lnTo>
                  <a:pt x="37722" y="249137"/>
                </a:lnTo>
                <a:lnTo>
                  <a:pt x="21606" y="290281"/>
                </a:lnTo>
                <a:lnTo>
                  <a:pt x="9775" y="333386"/>
                </a:lnTo>
                <a:lnTo>
                  <a:pt x="2486" y="378192"/>
                </a:lnTo>
                <a:lnTo>
                  <a:pt x="0" y="424442"/>
                </a:lnTo>
                <a:lnTo>
                  <a:pt x="2486" y="470688"/>
                </a:lnTo>
                <a:lnTo>
                  <a:pt x="9775" y="515493"/>
                </a:lnTo>
                <a:lnTo>
                  <a:pt x="21606" y="558596"/>
                </a:lnTo>
                <a:lnTo>
                  <a:pt x="37722" y="599739"/>
                </a:lnTo>
                <a:lnTo>
                  <a:pt x="57863" y="638663"/>
                </a:lnTo>
                <a:lnTo>
                  <a:pt x="81772" y="675109"/>
                </a:lnTo>
                <a:lnTo>
                  <a:pt x="109189" y="708818"/>
                </a:lnTo>
                <a:lnTo>
                  <a:pt x="139855" y="739531"/>
                </a:lnTo>
                <a:lnTo>
                  <a:pt x="173513" y="766990"/>
                </a:lnTo>
                <a:lnTo>
                  <a:pt x="209904" y="790934"/>
                </a:lnTo>
                <a:lnTo>
                  <a:pt x="248769" y="811106"/>
                </a:lnTo>
                <a:lnTo>
                  <a:pt x="289850" y="827246"/>
                </a:lnTo>
                <a:lnTo>
                  <a:pt x="332887" y="839095"/>
                </a:lnTo>
                <a:lnTo>
                  <a:pt x="377623" y="846394"/>
                </a:lnTo>
                <a:lnTo>
                  <a:pt x="423798" y="848885"/>
                </a:lnTo>
                <a:lnTo>
                  <a:pt x="469977" y="846394"/>
                </a:lnTo>
                <a:lnTo>
                  <a:pt x="514715" y="839095"/>
                </a:lnTo>
                <a:lnTo>
                  <a:pt x="557755" y="827246"/>
                </a:lnTo>
                <a:lnTo>
                  <a:pt x="598836" y="811106"/>
                </a:lnTo>
                <a:lnTo>
                  <a:pt x="637701" y="790934"/>
                </a:lnTo>
                <a:lnTo>
                  <a:pt x="674092" y="766990"/>
                </a:lnTo>
                <a:lnTo>
                  <a:pt x="707749" y="739531"/>
                </a:lnTo>
                <a:lnTo>
                  <a:pt x="738415" y="708818"/>
                </a:lnTo>
                <a:lnTo>
                  <a:pt x="765831" y="675109"/>
                </a:lnTo>
                <a:lnTo>
                  <a:pt x="789738" y="638663"/>
                </a:lnTo>
                <a:lnTo>
                  <a:pt x="809878" y="599739"/>
                </a:lnTo>
                <a:lnTo>
                  <a:pt x="825992" y="558596"/>
                </a:lnTo>
                <a:lnTo>
                  <a:pt x="837822" y="515493"/>
                </a:lnTo>
                <a:lnTo>
                  <a:pt x="845110" y="470688"/>
                </a:lnTo>
                <a:lnTo>
                  <a:pt x="847597" y="424442"/>
                </a:lnTo>
                <a:lnTo>
                  <a:pt x="845110" y="378192"/>
                </a:lnTo>
                <a:lnTo>
                  <a:pt x="837822" y="333386"/>
                </a:lnTo>
                <a:lnTo>
                  <a:pt x="825992" y="290281"/>
                </a:lnTo>
                <a:lnTo>
                  <a:pt x="809878" y="249137"/>
                </a:lnTo>
                <a:lnTo>
                  <a:pt x="789738" y="210213"/>
                </a:lnTo>
                <a:lnTo>
                  <a:pt x="765831" y="173767"/>
                </a:lnTo>
                <a:lnTo>
                  <a:pt x="738415" y="140059"/>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60000"/>
            </a:srgbClr>
          </a:solidFill>
        </p:spPr>
        <p:txBody>
          <a:bodyPr wrap="square" lIns="0" tIns="0" rIns="0" bIns="0" rtlCol="0"/>
          <a:lstStyle/>
          <a:p>
            <a:endParaRPr/>
          </a:p>
        </p:txBody>
      </p:sp>
      <p:sp>
        <p:nvSpPr>
          <p:cNvPr id="56" name="Slide Number">
            <a:extLst>
              <a:ext uri="{FF2B5EF4-FFF2-40B4-BE49-F238E27FC236}">
                <a16:creationId xmlns:a16="http://schemas.microsoft.com/office/drawing/2014/main" id="{4370A050-9140-48B8-9989-206E74D62483}"/>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59" name="Footer Placeholder 8">
            <a:extLst>
              <a:ext uri="{FF2B5EF4-FFF2-40B4-BE49-F238E27FC236}">
                <a16:creationId xmlns:a16="http://schemas.microsoft.com/office/drawing/2014/main" id="{468D4C83-4E32-406E-865F-84E36AC55A6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
        <p:nvSpPr>
          <p:cNvPr id="50" name="object 3">
            <a:extLst>
              <a:ext uri="{FF2B5EF4-FFF2-40B4-BE49-F238E27FC236}">
                <a16:creationId xmlns:a16="http://schemas.microsoft.com/office/drawing/2014/main" id="{02BA2B2F-28E1-46A9-83C6-5EC36752A19C}"/>
              </a:ext>
            </a:extLst>
          </p:cNvPr>
          <p:cNvSpPr/>
          <p:nvPr userDrawn="1"/>
        </p:nvSpPr>
        <p:spPr>
          <a:xfrm>
            <a:off x="18717185"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53" name="object 13">
            <a:extLst>
              <a:ext uri="{FF2B5EF4-FFF2-40B4-BE49-F238E27FC236}">
                <a16:creationId xmlns:a16="http://schemas.microsoft.com/office/drawing/2014/main" id="{AC947F85-D8E9-4759-B6FD-1648EB1BF720}"/>
              </a:ext>
            </a:extLst>
          </p:cNvPr>
          <p:cNvSpPr/>
          <p:nvPr userDrawn="1"/>
        </p:nvSpPr>
        <p:spPr>
          <a:xfrm>
            <a:off x="2020301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0" name="object 23">
            <a:extLst>
              <a:ext uri="{FF2B5EF4-FFF2-40B4-BE49-F238E27FC236}">
                <a16:creationId xmlns:a16="http://schemas.microsoft.com/office/drawing/2014/main" id="{89DE5BBB-276C-4C4A-8787-D11BD0018006}"/>
              </a:ext>
            </a:extLst>
          </p:cNvPr>
          <p:cNvSpPr/>
          <p:nvPr userDrawn="1"/>
        </p:nvSpPr>
        <p:spPr>
          <a:xfrm>
            <a:off x="17218871" y="8196061"/>
            <a:ext cx="776016" cy="777178"/>
          </a:xfrm>
          <a:custGeom>
            <a:avLst/>
            <a:gdLst/>
            <a:ahLst/>
            <a:cxnLst/>
            <a:rect l="l" t="t" r="r" b="b"/>
            <a:pathLst>
              <a:path w="847725" h="848995">
                <a:moveTo>
                  <a:pt x="423798" y="0"/>
                </a:moveTo>
                <a:lnTo>
                  <a:pt x="377623" y="2490"/>
                </a:lnTo>
                <a:lnTo>
                  <a:pt x="332887" y="9789"/>
                </a:lnTo>
                <a:lnTo>
                  <a:pt x="289850" y="21637"/>
                </a:lnTo>
                <a:lnTo>
                  <a:pt x="248769" y="37775"/>
                </a:lnTo>
                <a:lnTo>
                  <a:pt x="209904" y="57946"/>
                </a:lnTo>
                <a:lnTo>
                  <a:pt x="173513" y="81889"/>
                </a:lnTo>
                <a:lnTo>
                  <a:pt x="139855" y="109346"/>
                </a:lnTo>
                <a:lnTo>
                  <a:pt x="109189" y="140058"/>
                </a:lnTo>
                <a:lnTo>
                  <a:pt x="81772" y="173766"/>
                </a:lnTo>
                <a:lnTo>
                  <a:pt x="57863" y="210212"/>
                </a:lnTo>
                <a:lnTo>
                  <a:pt x="37722" y="249136"/>
                </a:lnTo>
                <a:lnTo>
                  <a:pt x="21606" y="290280"/>
                </a:lnTo>
                <a:lnTo>
                  <a:pt x="9775" y="333385"/>
                </a:lnTo>
                <a:lnTo>
                  <a:pt x="2486" y="378191"/>
                </a:lnTo>
                <a:lnTo>
                  <a:pt x="0" y="424441"/>
                </a:lnTo>
                <a:lnTo>
                  <a:pt x="2486" y="470687"/>
                </a:lnTo>
                <a:lnTo>
                  <a:pt x="9775" y="515492"/>
                </a:lnTo>
                <a:lnTo>
                  <a:pt x="21606" y="558595"/>
                </a:lnTo>
                <a:lnTo>
                  <a:pt x="37722" y="599738"/>
                </a:lnTo>
                <a:lnTo>
                  <a:pt x="57863" y="638662"/>
                </a:lnTo>
                <a:lnTo>
                  <a:pt x="81772" y="675108"/>
                </a:lnTo>
                <a:lnTo>
                  <a:pt x="109189" y="708817"/>
                </a:lnTo>
                <a:lnTo>
                  <a:pt x="139855" y="739530"/>
                </a:lnTo>
                <a:lnTo>
                  <a:pt x="173513" y="766989"/>
                </a:lnTo>
                <a:lnTo>
                  <a:pt x="209904" y="790933"/>
                </a:lnTo>
                <a:lnTo>
                  <a:pt x="248769" y="811105"/>
                </a:lnTo>
                <a:lnTo>
                  <a:pt x="289850" y="827244"/>
                </a:lnTo>
                <a:lnTo>
                  <a:pt x="332887" y="839094"/>
                </a:lnTo>
                <a:lnTo>
                  <a:pt x="377623" y="846393"/>
                </a:lnTo>
                <a:lnTo>
                  <a:pt x="423798" y="848884"/>
                </a:lnTo>
                <a:lnTo>
                  <a:pt x="469977" y="846393"/>
                </a:lnTo>
                <a:lnTo>
                  <a:pt x="514715" y="839094"/>
                </a:lnTo>
                <a:lnTo>
                  <a:pt x="557755" y="827244"/>
                </a:lnTo>
                <a:lnTo>
                  <a:pt x="598836" y="811105"/>
                </a:lnTo>
                <a:lnTo>
                  <a:pt x="637701" y="790933"/>
                </a:lnTo>
                <a:lnTo>
                  <a:pt x="674092" y="766989"/>
                </a:lnTo>
                <a:lnTo>
                  <a:pt x="707749" y="739530"/>
                </a:lnTo>
                <a:lnTo>
                  <a:pt x="738415" y="708817"/>
                </a:lnTo>
                <a:lnTo>
                  <a:pt x="765831" y="675108"/>
                </a:lnTo>
                <a:lnTo>
                  <a:pt x="789738" y="638662"/>
                </a:lnTo>
                <a:lnTo>
                  <a:pt x="809878" y="599738"/>
                </a:lnTo>
                <a:lnTo>
                  <a:pt x="825992" y="558595"/>
                </a:lnTo>
                <a:lnTo>
                  <a:pt x="837822" y="515492"/>
                </a:lnTo>
                <a:lnTo>
                  <a:pt x="845110" y="470687"/>
                </a:lnTo>
                <a:lnTo>
                  <a:pt x="847597" y="424441"/>
                </a:lnTo>
                <a:lnTo>
                  <a:pt x="845110" y="378191"/>
                </a:lnTo>
                <a:lnTo>
                  <a:pt x="837822" y="333385"/>
                </a:lnTo>
                <a:lnTo>
                  <a:pt x="825992" y="290280"/>
                </a:lnTo>
                <a:lnTo>
                  <a:pt x="809878" y="249136"/>
                </a:lnTo>
                <a:lnTo>
                  <a:pt x="789738" y="210212"/>
                </a:lnTo>
                <a:lnTo>
                  <a:pt x="765831" y="173766"/>
                </a:lnTo>
                <a:lnTo>
                  <a:pt x="738415" y="140058"/>
                </a:lnTo>
                <a:lnTo>
                  <a:pt x="707749" y="109346"/>
                </a:lnTo>
                <a:lnTo>
                  <a:pt x="674092" y="81889"/>
                </a:lnTo>
                <a:lnTo>
                  <a:pt x="637701" y="57946"/>
                </a:lnTo>
                <a:lnTo>
                  <a:pt x="598836" y="37775"/>
                </a:lnTo>
                <a:lnTo>
                  <a:pt x="557755" y="21637"/>
                </a:lnTo>
                <a:lnTo>
                  <a:pt x="514715" y="9789"/>
                </a:lnTo>
                <a:lnTo>
                  <a:pt x="469977" y="2490"/>
                </a:lnTo>
                <a:lnTo>
                  <a:pt x="423798" y="0"/>
                </a:lnTo>
                <a:close/>
              </a:path>
            </a:pathLst>
          </a:custGeom>
          <a:solidFill>
            <a:srgbClr val="01AD93">
              <a:alpha val="50000"/>
            </a:srgbClr>
          </a:solidFill>
        </p:spPr>
        <p:txBody>
          <a:bodyPr wrap="square" lIns="0" tIns="0" rIns="0" bIns="0" rtlCol="0"/>
          <a:lstStyle/>
          <a:p>
            <a:endParaRPr/>
          </a:p>
        </p:txBody>
      </p:sp>
      <p:sp>
        <p:nvSpPr>
          <p:cNvPr id="61" name="object 33">
            <a:extLst>
              <a:ext uri="{FF2B5EF4-FFF2-40B4-BE49-F238E27FC236}">
                <a16:creationId xmlns:a16="http://schemas.microsoft.com/office/drawing/2014/main" id="{377E428F-5ACF-4D87-9EFF-EFC8411555CF}"/>
              </a:ext>
            </a:extLst>
          </p:cNvPr>
          <p:cNvSpPr/>
          <p:nvPr userDrawn="1"/>
        </p:nvSpPr>
        <p:spPr>
          <a:xfrm>
            <a:off x="5235401"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19608"/>
            </a:srgbClr>
          </a:solidFill>
        </p:spPr>
        <p:txBody>
          <a:bodyPr wrap="square" lIns="0" tIns="0" rIns="0" bIns="0" rtlCol="0"/>
          <a:lstStyle/>
          <a:p>
            <a:endParaRPr/>
          </a:p>
        </p:txBody>
      </p:sp>
      <p:sp>
        <p:nvSpPr>
          <p:cNvPr id="62" name="object 34">
            <a:extLst>
              <a:ext uri="{FF2B5EF4-FFF2-40B4-BE49-F238E27FC236}">
                <a16:creationId xmlns:a16="http://schemas.microsoft.com/office/drawing/2014/main" id="{E310FD00-2B8C-4A01-AC54-043B93634232}"/>
              </a:ext>
            </a:extLst>
          </p:cNvPr>
          <p:cNvSpPr/>
          <p:nvPr userDrawn="1"/>
        </p:nvSpPr>
        <p:spPr>
          <a:xfrm>
            <a:off x="6733714"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25000"/>
            </a:srgbClr>
          </a:solidFill>
        </p:spPr>
        <p:txBody>
          <a:bodyPr wrap="square" lIns="0" tIns="0" rIns="0" bIns="0" rtlCol="0"/>
          <a:lstStyle/>
          <a:p>
            <a:endParaRPr/>
          </a:p>
        </p:txBody>
      </p:sp>
      <p:sp>
        <p:nvSpPr>
          <p:cNvPr id="63" name="object 35">
            <a:extLst>
              <a:ext uri="{FF2B5EF4-FFF2-40B4-BE49-F238E27FC236}">
                <a16:creationId xmlns:a16="http://schemas.microsoft.com/office/drawing/2014/main" id="{22F89CDC-9BE5-44B1-A20F-32E81D58FF31}"/>
              </a:ext>
            </a:extLst>
          </p:cNvPr>
          <p:cNvSpPr/>
          <p:nvPr userDrawn="1"/>
        </p:nvSpPr>
        <p:spPr>
          <a:xfrm>
            <a:off x="8232026"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50"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6" y="464699"/>
                </a:lnTo>
                <a:lnTo>
                  <a:pt x="837670" y="418835"/>
                </a:lnTo>
                <a:lnTo>
                  <a:pt x="835166"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50" y="22532"/>
                </a:lnTo>
                <a:lnTo>
                  <a:pt x="510119" y="10014"/>
                </a:lnTo>
                <a:lnTo>
                  <a:pt x="464699" y="2503"/>
                </a:lnTo>
                <a:lnTo>
                  <a:pt x="418835" y="0"/>
                </a:lnTo>
                <a:close/>
              </a:path>
            </a:pathLst>
          </a:custGeom>
          <a:solidFill>
            <a:srgbClr val="FFFFFF">
              <a:alpha val="30000"/>
            </a:srgbClr>
          </a:solidFill>
        </p:spPr>
        <p:txBody>
          <a:bodyPr wrap="square" lIns="0" tIns="0" rIns="0" bIns="0" rtlCol="0"/>
          <a:lstStyle/>
          <a:p>
            <a:endParaRPr/>
          </a:p>
        </p:txBody>
      </p:sp>
      <p:sp>
        <p:nvSpPr>
          <p:cNvPr id="64" name="object 36">
            <a:extLst>
              <a:ext uri="{FF2B5EF4-FFF2-40B4-BE49-F238E27FC236}">
                <a16:creationId xmlns:a16="http://schemas.microsoft.com/office/drawing/2014/main" id="{79234A2A-C563-4AF6-9197-BD4182D78B26}"/>
              </a:ext>
            </a:extLst>
          </p:cNvPr>
          <p:cNvSpPr/>
          <p:nvPr userDrawn="1"/>
        </p:nvSpPr>
        <p:spPr>
          <a:xfrm>
            <a:off x="9730340" y="8247471"/>
            <a:ext cx="767298" cy="767298"/>
          </a:xfrm>
          <a:custGeom>
            <a:avLst/>
            <a:gdLst/>
            <a:ahLst/>
            <a:cxnLst/>
            <a:rect l="l" t="t" r="r" b="b"/>
            <a:pathLst>
              <a:path w="838200" h="838200">
                <a:moveTo>
                  <a:pt x="418835" y="0"/>
                </a:moveTo>
                <a:lnTo>
                  <a:pt x="372971" y="2503"/>
                </a:lnTo>
                <a:lnTo>
                  <a:pt x="327551" y="10014"/>
                </a:lnTo>
                <a:lnTo>
                  <a:pt x="283020"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0" y="815138"/>
                </a:lnTo>
                <a:lnTo>
                  <a:pt x="327551" y="827656"/>
                </a:lnTo>
                <a:lnTo>
                  <a:pt x="372971" y="835167"/>
                </a:lnTo>
                <a:lnTo>
                  <a:pt x="418835" y="837670"/>
                </a:lnTo>
                <a:lnTo>
                  <a:pt x="464699" y="835167"/>
                </a:lnTo>
                <a:lnTo>
                  <a:pt x="510119" y="827656"/>
                </a:lnTo>
                <a:lnTo>
                  <a:pt x="554650" y="815138"/>
                </a:lnTo>
                <a:lnTo>
                  <a:pt x="597848" y="797613"/>
                </a:lnTo>
                <a:lnTo>
                  <a:pt x="639267" y="775081"/>
                </a:lnTo>
                <a:lnTo>
                  <a:pt x="678465" y="747542"/>
                </a:lnTo>
                <a:lnTo>
                  <a:pt x="714996" y="714996"/>
                </a:lnTo>
                <a:lnTo>
                  <a:pt x="747542" y="678465"/>
                </a:lnTo>
                <a:lnTo>
                  <a:pt x="775081" y="639267"/>
                </a:lnTo>
                <a:lnTo>
                  <a:pt x="797613" y="597848"/>
                </a:lnTo>
                <a:lnTo>
                  <a:pt x="815138" y="554650"/>
                </a:lnTo>
                <a:lnTo>
                  <a:pt x="827656" y="510119"/>
                </a:lnTo>
                <a:lnTo>
                  <a:pt x="835167" y="464699"/>
                </a:lnTo>
                <a:lnTo>
                  <a:pt x="837670" y="418835"/>
                </a:lnTo>
                <a:lnTo>
                  <a:pt x="835167" y="372971"/>
                </a:lnTo>
                <a:lnTo>
                  <a:pt x="827656" y="327551"/>
                </a:lnTo>
                <a:lnTo>
                  <a:pt x="815138" y="283020"/>
                </a:lnTo>
                <a:lnTo>
                  <a:pt x="797613" y="239823"/>
                </a:lnTo>
                <a:lnTo>
                  <a:pt x="775081" y="198403"/>
                </a:lnTo>
                <a:lnTo>
                  <a:pt x="747542" y="159205"/>
                </a:lnTo>
                <a:lnTo>
                  <a:pt x="714996" y="122674"/>
                </a:lnTo>
                <a:lnTo>
                  <a:pt x="678465" y="90128"/>
                </a:lnTo>
                <a:lnTo>
                  <a:pt x="639267" y="62588"/>
                </a:lnTo>
                <a:lnTo>
                  <a:pt x="597848" y="40056"/>
                </a:lnTo>
                <a:lnTo>
                  <a:pt x="554650" y="22532"/>
                </a:lnTo>
                <a:lnTo>
                  <a:pt x="510119" y="10014"/>
                </a:lnTo>
                <a:lnTo>
                  <a:pt x="464699" y="2503"/>
                </a:lnTo>
                <a:lnTo>
                  <a:pt x="418835" y="0"/>
                </a:lnTo>
                <a:close/>
              </a:path>
            </a:pathLst>
          </a:custGeom>
          <a:solidFill>
            <a:srgbClr val="FFFFFF">
              <a:alpha val="35000"/>
            </a:srgbClr>
          </a:solidFill>
        </p:spPr>
        <p:txBody>
          <a:bodyPr wrap="square" lIns="0" tIns="0" rIns="0" bIns="0" rtlCol="0"/>
          <a:lstStyle/>
          <a:p>
            <a:endParaRPr/>
          </a:p>
        </p:txBody>
      </p:sp>
      <p:sp>
        <p:nvSpPr>
          <p:cNvPr id="65" name="object 37">
            <a:extLst>
              <a:ext uri="{FF2B5EF4-FFF2-40B4-BE49-F238E27FC236}">
                <a16:creationId xmlns:a16="http://schemas.microsoft.com/office/drawing/2014/main" id="{4F65628B-5667-401B-9D9F-68B283EE5CB9}"/>
              </a:ext>
            </a:extLst>
          </p:cNvPr>
          <p:cNvSpPr/>
          <p:nvPr userDrawn="1"/>
        </p:nvSpPr>
        <p:spPr>
          <a:xfrm>
            <a:off x="11228651" y="8247471"/>
            <a:ext cx="767298" cy="767298"/>
          </a:xfrm>
          <a:custGeom>
            <a:avLst/>
            <a:gdLst/>
            <a:ahLst/>
            <a:cxnLst/>
            <a:rect l="l" t="t" r="r" b="b"/>
            <a:pathLst>
              <a:path w="838200" h="838200">
                <a:moveTo>
                  <a:pt x="418835" y="0"/>
                </a:moveTo>
                <a:lnTo>
                  <a:pt x="372970" y="2503"/>
                </a:lnTo>
                <a:lnTo>
                  <a:pt x="327551" y="10014"/>
                </a:lnTo>
                <a:lnTo>
                  <a:pt x="283020" y="22532"/>
                </a:lnTo>
                <a:lnTo>
                  <a:pt x="239822" y="40056"/>
                </a:lnTo>
                <a:lnTo>
                  <a:pt x="198402"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2" y="775081"/>
                </a:lnTo>
                <a:lnTo>
                  <a:pt x="239822" y="797613"/>
                </a:lnTo>
                <a:lnTo>
                  <a:pt x="283020" y="815138"/>
                </a:lnTo>
                <a:lnTo>
                  <a:pt x="327551" y="827656"/>
                </a:lnTo>
                <a:lnTo>
                  <a:pt x="372970" y="835167"/>
                </a:lnTo>
                <a:lnTo>
                  <a:pt x="418835" y="837670"/>
                </a:lnTo>
                <a:lnTo>
                  <a:pt x="464699" y="835167"/>
                </a:lnTo>
                <a:lnTo>
                  <a:pt x="510119" y="827656"/>
                </a:lnTo>
                <a:lnTo>
                  <a:pt x="554649" y="815138"/>
                </a:lnTo>
                <a:lnTo>
                  <a:pt x="597847" y="797613"/>
                </a:lnTo>
                <a:lnTo>
                  <a:pt x="639267" y="775081"/>
                </a:lnTo>
                <a:lnTo>
                  <a:pt x="678465" y="747542"/>
                </a:lnTo>
                <a:lnTo>
                  <a:pt x="714996" y="714996"/>
                </a:lnTo>
                <a:lnTo>
                  <a:pt x="747542" y="678465"/>
                </a:lnTo>
                <a:lnTo>
                  <a:pt x="775081" y="639267"/>
                </a:lnTo>
                <a:lnTo>
                  <a:pt x="797613" y="597848"/>
                </a:lnTo>
                <a:lnTo>
                  <a:pt x="815138" y="554650"/>
                </a:lnTo>
                <a:lnTo>
                  <a:pt x="827655" y="510119"/>
                </a:lnTo>
                <a:lnTo>
                  <a:pt x="835166" y="464699"/>
                </a:lnTo>
                <a:lnTo>
                  <a:pt x="837670" y="418835"/>
                </a:lnTo>
                <a:lnTo>
                  <a:pt x="835166" y="372971"/>
                </a:lnTo>
                <a:lnTo>
                  <a:pt x="827655" y="327551"/>
                </a:lnTo>
                <a:lnTo>
                  <a:pt x="815138" y="283020"/>
                </a:lnTo>
                <a:lnTo>
                  <a:pt x="797613" y="239823"/>
                </a:lnTo>
                <a:lnTo>
                  <a:pt x="775081" y="198403"/>
                </a:lnTo>
                <a:lnTo>
                  <a:pt x="747542" y="159205"/>
                </a:lnTo>
                <a:lnTo>
                  <a:pt x="714996" y="122674"/>
                </a:lnTo>
                <a:lnTo>
                  <a:pt x="678465" y="90128"/>
                </a:lnTo>
                <a:lnTo>
                  <a:pt x="639267" y="62588"/>
                </a:lnTo>
                <a:lnTo>
                  <a:pt x="597847" y="40056"/>
                </a:lnTo>
                <a:lnTo>
                  <a:pt x="554649" y="22532"/>
                </a:lnTo>
                <a:lnTo>
                  <a:pt x="510119" y="10014"/>
                </a:lnTo>
                <a:lnTo>
                  <a:pt x="464699" y="2503"/>
                </a:lnTo>
                <a:lnTo>
                  <a:pt x="418835" y="0"/>
                </a:lnTo>
                <a:close/>
              </a:path>
            </a:pathLst>
          </a:custGeom>
          <a:solidFill>
            <a:srgbClr val="FFFFFF">
              <a:alpha val="40000"/>
            </a:srgbClr>
          </a:solidFill>
        </p:spPr>
        <p:txBody>
          <a:bodyPr wrap="square" lIns="0" tIns="0" rIns="0" bIns="0" rtlCol="0"/>
          <a:lstStyle/>
          <a:p>
            <a:endParaRPr/>
          </a:p>
        </p:txBody>
      </p:sp>
      <p:sp>
        <p:nvSpPr>
          <p:cNvPr id="66" name="object 38">
            <a:extLst>
              <a:ext uri="{FF2B5EF4-FFF2-40B4-BE49-F238E27FC236}">
                <a16:creationId xmlns:a16="http://schemas.microsoft.com/office/drawing/2014/main" id="{488AFE9B-9D23-44C6-A46F-071B5207D864}"/>
              </a:ext>
            </a:extLst>
          </p:cNvPr>
          <p:cNvSpPr/>
          <p:nvPr userDrawn="1"/>
        </p:nvSpPr>
        <p:spPr>
          <a:xfrm>
            <a:off x="12726965" y="8247471"/>
            <a:ext cx="767298" cy="767298"/>
          </a:xfrm>
          <a:custGeom>
            <a:avLst/>
            <a:gdLst/>
            <a:ahLst/>
            <a:cxnLst/>
            <a:rect l="l" t="t" r="r" b="b"/>
            <a:pathLst>
              <a:path w="838200" h="838200">
                <a:moveTo>
                  <a:pt x="418835" y="0"/>
                </a:moveTo>
                <a:lnTo>
                  <a:pt x="372971" y="2503"/>
                </a:lnTo>
                <a:lnTo>
                  <a:pt x="327551" y="10014"/>
                </a:lnTo>
                <a:lnTo>
                  <a:pt x="283020" y="22532"/>
                </a:lnTo>
                <a:lnTo>
                  <a:pt x="239822" y="40056"/>
                </a:lnTo>
                <a:lnTo>
                  <a:pt x="198402" y="62588"/>
                </a:lnTo>
                <a:lnTo>
                  <a:pt x="159204" y="90128"/>
                </a:lnTo>
                <a:lnTo>
                  <a:pt x="122673" y="122674"/>
                </a:lnTo>
                <a:lnTo>
                  <a:pt x="90127" y="159205"/>
                </a:lnTo>
                <a:lnTo>
                  <a:pt x="62588" y="198403"/>
                </a:lnTo>
                <a:lnTo>
                  <a:pt x="40056" y="239823"/>
                </a:lnTo>
                <a:lnTo>
                  <a:pt x="22531" y="283020"/>
                </a:lnTo>
                <a:lnTo>
                  <a:pt x="10014" y="327551"/>
                </a:lnTo>
                <a:lnTo>
                  <a:pt x="2503" y="372971"/>
                </a:lnTo>
                <a:lnTo>
                  <a:pt x="0" y="418835"/>
                </a:lnTo>
                <a:lnTo>
                  <a:pt x="2503" y="464699"/>
                </a:lnTo>
                <a:lnTo>
                  <a:pt x="10014" y="510119"/>
                </a:lnTo>
                <a:lnTo>
                  <a:pt x="22531" y="554650"/>
                </a:lnTo>
                <a:lnTo>
                  <a:pt x="40056" y="597848"/>
                </a:lnTo>
                <a:lnTo>
                  <a:pt x="62588" y="639267"/>
                </a:lnTo>
                <a:lnTo>
                  <a:pt x="90127" y="678465"/>
                </a:lnTo>
                <a:lnTo>
                  <a:pt x="122673" y="714996"/>
                </a:lnTo>
                <a:lnTo>
                  <a:pt x="159204" y="747542"/>
                </a:lnTo>
                <a:lnTo>
                  <a:pt x="198402" y="775081"/>
                </a:lnTo>
                <a:lnTo>
                  <a:pt x="239822" y="797613"/>
                </a:lnTo>
                <a:lnTo>
                  <a:pt x="283020" y="815138"/>
                </a:lnTo>
                <a:lnTo>
                  <a:pt x="327551" y="827656"/>
                </a:lnTo>
                <a:lnTo>
                  <a:pt x="372971" y="835167"/>
                </a:lnTo>
                <a:lnTo>
                  <a:pt x="418835" y="837670"/>
                </a:lnTo>
                <a:lnTo>
                  <a:pt x="464700" y="835167"/>
                </a:lnTo>
                <a:lnTo>
                  <a:pt x="510119" y="827656"/>
                </a:lnTo>
                <a:lnTo>
                  <a:pt x="554651" y="815138"/>
                </a:lnTo>
                <a:lnTo>
                  <a:pt x="597848" y="797613"/>
                </a:lnTo>
                <a:lnTo>
                  <a:pt x="639268" y="775081"/>
                </a:lnTo>
                <a:lnTo>
                  <a:pt x="678466" y="747542"/>
                </a:lnTo>
                <a:lnTo>
                  <a:pt x="714997" y="714996"/>
                </a:lnTo>
                <a:lnTo>
                  <a:pt x="747544" y="678465"/>
                </a:lnTo>
                <a:lnTo>
                  <a:pt x="775083" y="639267"/>
                </a:lnTo>
                <a:lnTo>
                  <a:pt x="797615" y="597848"/>
                </a:lnTo>
                <a:lnTo>
                  <a:pt x="815140" y="554650"/>
                </a:lnTo>
                <a:lnTo>
                  <a:pt x="827657" y="510119"/>
                </a:lnTo>
                <a:lnTo>
                  <a:pt x="835168" y="464699"/>
                </a:lnTo>
                <a:lnTo>
                  <a:pt x="837672" y="418835"/>
                </a:lnTo>
                <a:lnTo>
                  <a:pt x="835168" y="372971"/>
                </a:lnTo>
                <a:lnTo>
                  <a:pt x="827657" y="327551"/>
                </a:lnTo>
                <a:lnTo>
                  <a:pt x="815140" y="283020"/>
                </a:lnTo>
                <a:lnTo>
                  <a:pt x="797615" y="239823"/>
                </a:lnTo>
                <a:lnTo>
                  <a:pt x="775083" y="198403"/>
                </a:lnTo>
                <a:lnTo>
                  <a:pt x="747544" y="159205"/>
                </a:lnTo>
                <a:lnTo>
                  <a:pt x="714997" y="122674"/>
                </a:lnTo>
                <a:lnTo>
                  <a:pt x="678466" y="90128"/>
                </a:lnTo>
                <a:lnTo>
                  <a:pt x="639268" y="62588"/>
                </a:lnTo>
                <a:lnTo>
                  <a:pt x="597848" y="40056"/>
                </a:lnTo>
                <a:lnTo>
                  <a:pt x="554651" y="22532"/>
                </a:lnTo>
                <a:lnTo>
                  <a:pt x="510119" y="10014"/>
                </a:lnTo>
                <a:lnTo>
                  <a:pt x="464700" y="2503"/>
                </a:lnTo>
                <a:lnTo>
                  <a:pt x="418835" y="0"/>
                </a:lnTo>
                <a:close/>
              </a:path>
            </a:pathLst>
          </a:custGeom>
          <a:solidFill>
            <a:srgbClr val="FFFFFF">
              <a:alpha val="45000"/>
            </a:srgbClr>
          </a:solidFill>
        </p:spPr>
        <p:txBody>
          <a:bodyPr wrap="square" lIns="0" tIns="0" rIns="0" bIns="0" rtlCol="0"/>
          <a:lstStyle/>
          <a:p>
            <a:endParaRPr/>
          </a:p>
        </p:txBody>
      </p:sp>
      <p:sp>
        <p:nvSpPr>
          <p:cNvPr id="67" name="object 39">
            <a:extLst>
              <a:ext uri="{FF2B5EF4-FFF2-40B4-BE49-F238E27FC236}">
                <a16:creationId xmlns:a16="http://schemas.microsoft.com/office/drawing/2014/main" id="{BC3DC380-9F3A-4894-A817-97B2F3C8A749}"/>
              </a:ext>
            </a:extLst>
          </p:cNvPr>
          <p:cNvSpPr/>
          <p:nvPr userDrawn="1"/>
        </p:nvSpPr>
        <p:spPr>
          <a:xfrm>
            <a:off x="1422527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0000"/>
            </a:srgbClr>
          </a:solidFill>
        </p:spPr>
        <p:txBody>
          <a:bodyPr wrap="square" lIns="0" tIns="0" rIns="0" bIns="0" rtlCol="0"/>
          <a:lstStyle/>
          <a:p>
            <a:endParaRPr/>
          </a:p>
        </p:txBody>
      </p:sp>
      <p:sp>
        <p:nvSpPr>
          <p:cNvPr id="68" name="object 40">
            <a:extLst>
              <a:ext uri="{FF2B5EF4-FFF2-40B4-BE49-F238E27FC236}">
                <a16:creationId xmlns:a16="http://schemas.microsoft.com/office/drawing/2014/main" id="{98AD467F-B0C4-49DA-9DCA-3862EC150364}"/>
              </a:ext>
            </a:extLst>
          </p:cNvPr>
          <p:cNvSpPr/>
          <p:nvPr userDrawn="1"/>
        </p:nvSpPr>
        <p:spPr>
          <a:xfrm>
            <a:off x="15723585"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55000"/>
            </a:srgbClr>
          </a:solidFill>
        </p:spPr>
        <p:txBody>
          <a:bodyPr wrap="square" lIns="0" tIns="0" rIns="0" bIns="0" rtlCol="0"/>
          <a:lstStyle/>
          <a:p>
            <a:endParaRPr/>
          </a:p>
        </p:txBody>
      </p:sp>
      <p:sp>
        <p:nvSpPr>
          <p:cNvPr id="69" name="object 41">
            <a:extLst>
              <a:ext uri="{FF2B5EF4-FFF2-40B4-BE49-F238E27FC236}">
                <a16:creationId xmlns:a16="http://schemas.microsoft.com/office/drawing/2014/main" id="{222AA05A-8F40-446A-9D95-60556A1A1DEA}"/>
              </a:ext>
            </a:extLst>
          </p:cNvPr>
          <p:cNvSpPr/>
          <p:nvPr userDrawn="1"/>
        </p:nvSpPr>
        <p:spPr>
          <a:xfrm>
            <a:off x="17221899"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0000"/>
            </a:srgbClr>
          </a:solidFill>
        </p:spPr>
        <p:txBody>
          <a:bodyPr wrap="square" lIns="0" tIns="0" rIns="0" bIns="0" rtlCol="0"/>
          <a:lstStyle/>
          <a:p>
            <a:endParaRPr/>
          </a:p>
        </p:txBody>
      </p:sp>
      <p:sp>
        <p:nvSpPr>
          <p:cNvPr id="70" name="object 42">
            <a:extLst>
              <a:ext uri="{FF2B5EF4-FFF2-40B4-BE49-F238E27FC236}">
                <a16:creationId xmlns:a16="http://schemas.microsoft.com/office/drawing/2014/main" id="{0ECE44EC-5CEE-4052-B399-39CFB7126325}"/>
              </a:ext>
            </a:extLst>
          </p:cNvPr>
          <p:cNvSpPr/>
          <p:nvPr userDrawn="1"/>
        </p:nvSpPr>
        <p:spPr>
          <a:xfrm>
            <a:off x="18720213"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65000"/>
            </a:srgbClr>
          </a:solidFill>
        </p:spPr>
        <p:txBody>
          <a:bodyPr wrap="square" lIns="0" tIns="0" rIns="0" bIns="0" rtlCol="0"/>
          <a:lstStyle/>
          <a:p>
            <a:endParaRPr/>
          </a:p>
        </p:txBody>
      </p:sp>
      <p:sp>
        <p:nvSpPr>
          <p:cNvPr id="71" name="object 43">
            <a:extLst>
              <a:ext uri="{FF2B5EF4-FFF2-40B4-BE49-F238E27FC236}">
                <a16:creationId xmlns:a16="http://schemas.microsoft.com/office/drawing/2014/main" id="{35648ABD-860B-479D-8BF2-E4E97746756B}"/>
              </a:ext>
            </a:extLst>
          </p:cNvPr>
          <p:cNvSpPr/>
          <p:nvPr userDrawn="1"/>
        </p:nvSpPr>
        <p:spPr>
          <a:xfrm>
            <a:off x="20218526" y="8247472"/>
            <a:ext cx="767298" cy="767298"/>
          </a:xfrm>
          <a:custGeom>
            <a:avLst/>
            <a:gdLst/>
            <a:ahLst/>
            <a:cxnLst/>
            <a:rect l="l" t="t" r="r" b="b"/>
            <a:pathLst>
              <a:path w="838200" h="838200">
                <a:moveTo>
                  <a:pt x="418838" y="0"/>
                </a:moveTo>
                <a:lnTo>
                  <a:pt x="372973" y="2503"/>
                </a:lnTo>
                <a:lnTo>
                  <a:pt x="327553" y="10014"/>
                </a:lnTo>
                <a:lnTo>
                  <a:pt x="283021" y="22531"/>
                </a:lnTo>
                <a:lnTo>
                  <a:pt x="239823" y="40056"/>
                </a:lnTo>
                <a:lnTo>
                  <a:pt x="198403" y="62588"/>
                </a:lnTo>
                <a:lnTo>
                  <a:pt x="159205" y="90127"/>
                </a:lnTo>
                <a:lnTo>
                  <a:pt x="122674" y="122673"/>
                </a:lnTo>
                <a:lnTo>
                  <a:pt x="90128" y="159204"/>
                </a:lnTo>
                <a:lnTo>
                  <a:pt x="62588" y="198402"/>
                </a:lnTo>
                <a:lnTo>
                  <a:pt x="40056" y="239822"/>
                </a:lnTo>
                <a:lnTo>
                  <a:pt x="22532" y="283020"/>
                </a:lnTo>
                <a:lnTo>
                  <a:pt x="10014" y="327551"/>
                </a:lnTo>
                <a:lnTo>
                  <a:pt x="2503" y="372970"/>
                </a:lnTo>
                <a:lnTo>
                  <a:pt x="0" y="418835"/>
                </a:lnTo>
                <a:lnTo>
                  <a:pt x="2503" y="464699"/>
                </a:lnTo>
                <a:lnTo>
                  <a:pt x="10014" y="510119"/>
                </a:lnTo>
                <a:lnTo>
                  <a:pt x="22532" y="554650"/>
                </a:lnTo>
                <a:lnTo>
                  <a:pt x="40056" y="597847"/>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6"/>
                </a:lnTo>
                <a:lnTo>
                  <a:pt x="418838" y="837670"/>
                </a:lnTo>
                <a:lnTo>
                  <a:pt x="464702" y="835166"/>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7"/>
                </a:lnTo>
                <a:lnTo>
                  <a:pt x="815144" y="554650"/>
                </a:lnTo>
                <a:lnTo>
                  <a:pt x="827661" y="510119"/>
                </a:lnTo>
                <a:lnTo>
                  <a:pt x="835172" y="464699"/>
                </a:lnTo>
                <a:lnTo>
                  <a:pt x="837676" y="418835"/>
                </a:lnTo>
                <a:lnTo>
                  <a:pt x="835172" y="372970"/>
                </a:lnTo>
                <a:lnTo>
                  <a:pt x="827661" y="327551"/>
                </a:lnTo>
                <a:lnTo>
                  <a:pt x="815144" y="283020"/>
                </a:lnTo>
                <a:lnTo>
                  <a:pt x="797619" y="239822"/>
                </a:lnTo>
                <a:lnTo>
                  <a:pt x="775087" y="198402"/>
                </a:lnTo>
                <a:lnTo>
                  <a:pt x="747548" y="159204"/>
                </a:lnTo>
                <a:lnTo>
                  <a:pt x="715001" y="122673"/>
                </a:lnTo>
                <a:lnTo>
                  <a:pt x="678470" y="90127"/>
                </a:lnTo>
                <a:lnTo>
                  <a:pt x="639272" y="62588"/>
                </a:lnTo>
                <a:lnTo>
                  <a:pt x="597852" y="40056"/>
                </a:lnTo>
                <a:lnTo>
                  <a:pt x="554654" y="22531"/>
                </a:lnTo>
                <a:lnTo>
                  <a:pt x="510122" y="10014"/>
                </a:lnTo>
                <a:lnTo>
                  <a:pt x="464702" y="2503"/>
                </a:lnTo>
                <a:lnTo>
                  <a:pt x="418838" y="0"/>
                </a:lnTo>
                <a:close/>
              </a:path>
            </a:pathLst>
          </a:custGeom>
          <a:solidFill>
            <a:srgbClr val="FFFFFF">
              <a:alpha val="70000"/>
            </a:srgbClr>
          </a:solidFill>
        </p:spPr>
        <p:txBody>
          <a:bodyPr wrap="square" lIns="0" tIns="0" rIns="0" bIns="0" rtlCol="0"/>
          <a:lstStyle/>
          <a:p>
            <a:endParaRPr/>
          </a:p>
        </p:txBody>
      </p:sp>
      <p:sp>
        <p:nvSpPr>
          <p:cNvPr id="72" name="object 44">
            <a:extLst>
              <a:ext uri="{FF2B5EF4-FFF2-40B4-BE49-F238E27FC236}">
                <a16:creationId xmlns:a16="http://schemas.microsoft.com/office/drawing/2014/main" id="{48D00AAA-BE6C-4133-A081-DFF872D4E689}"/>
              </a:ext>
            </a:extLst>
          </p:cNvPr>
          <p:cNvSpPr/>
          <p:nvPr userDrawn="1"/>
        </p:nvSpPr>
        <p:spPr>
          <a:xfrm>
            <a:off x="21716838"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75000"/>
            </a:srgbClr>
          </a:solidFill>
        </p:spPr>
        <p:txBody>
          <a:bodyPr wrap="square" lIns="0" tIns="0" rIns="0" bIns="0" rtlCol="0"/>
          <a:lstStyle/>
          <a:p>
            <a:endParaRPr/>
          </a:p>
        </p:txBody>
      </p:sp>
      <p:sp>
        <p:nvSpPr>
          <p:cNvPr id="73" name="object 45">
            <a:extLst>
              <a:ext uri="{FF2B5EF4-FFF2-40B4-BE49-F238E27FC236}">
                <a16:creationId xmlns:a16="http://schemas.microsoft.com/office/drawing/2014/main" id="{D3573513-F7E7-47B5-9F5F-ACB345C69836}"/>
              </a:ext>
            </a:extLst>
          </p:cNvPr>
          <p:cNvSpPr/>
          <p:nvPr userDrawn="1"/>
        </p:nvSpPr>
        <p:spPr>
          <a:xfrm>
            <a:off x="23215151" y="8247471"/>
            <a:ext cx="767298" cy="767298"/>
          </a:xfrm>
          <a:custGeom>
            <a:avLst/>
            <a:gdLst/>
            <a:ahLst/>
            <a:cxnLst/>
            <a:rect l="l" t="t" r="r" b="b"/>
            <a:pathLst>
              <a:path w="838200" h="838200">
                <a:moveTo>
                  <a:pt x="418838" y="0"/>
                </a:moveTo>
                <a:lnTo>
                  <a:pt x="372973" y="2503"/>
                </a:lnTo>
                <a:lnTo>
                  <a:pt x="327553" y="10014"/>
                </a:lnTo>
                <a:lnTo>
                  <a:pt x="283021" y="22532"/>
                </a:lnTo>
                <a:lnTo>
                  <a:pt x="239823" y="40056"/>
                </a:lnTo>
                <a:lnTo>
                  <a:pt x="198403" y="62588"/>
                </a:lnTo>
                <a:lnTo>
                  <a:pt x="159205" y="90128"/>
                </a:lnTo>
                <a:lnTo>
                  <a:pt x="122674" y="122674"/>
                </a:lnTo>
                <a:lnTo>
                  <a:pt x="90128" y="159205"/>
                </a:lnTo>
                <a:lnTo>
                  <a:pt x="62588" y="198403"/>
                </a:lnTo>
                <a:lnTo>
                  <a:pt x="40056" y="239823"/>
                </a:lnTo>
                <a:lnTo>
                  <a:pt x="22532" y="283020"/>
                </a:lnTo>
                <a:lnTo>
                  <a:pt x="10014" y="327551"/>
                </a:lnTo>
                <a:lnTo>
                  <a:pt x="2503" y="372971"/>
                </a:lnTo>
                <a:lnTo>
                  <a:pt x="0" y="418835"/>
                </a:lnTo>
                <a:lnTo>
                  <a:pt x="2503" y="464699"/>
                </a:lnTo>
                <a:lnTo>
                  <a:pt x="10014" y="510119"/>
                </a:lnTo>
                <a:lnTo>
                  <a:pt x="22532" y="554650"/>
                </a:lnTo>
                <a:lnTo>
                  <a:pt x="40056" y="597848"/>
                </a:lnTo>
                <a:lnTo>
                  <a:pt x="62588" y="639267"/>
                </a:lnTo>
                <a:lnTo>
                  <a:pt x="90128" y="678465"/>
                </a:lnTo>
                <a:lnTo>
                  <a:pt x="122674" y="714996"/>
                </a:lnTo>
                <a:lnTo>
                  <a:pt x="159205" y="747542"/>
                </a:lnTo>
                <a:lnTo>
                  <a:pt x="198403" y="775081"/>
                </a:lnTo>
                <a:lnTo>
                  <a:pt x="239823" y="797613"/>
                </a:lnTo>
                <a:lnTo>
                  <a:pt x="283021" y="815138"/>
                </a:lnTo>
                <a:lnTo>
                  <a:pt x="327553" y="827656"/>
                </a:lnTo>
                <a:lnTo>
                  <a:pt x="372973" y="835167"/>
                </a:lnTo>
                <a:lnTo>
                  <a:pt x="418838" y="837670"/>
                </a:lnTo>
                <a:lnTo>
                  <a:pt x="464702" y="835167"/>
                </a:lnTo>
                <a:lnTo>
                  <a:pt x="510122" y="827656"/>
                </a:lnTo>
                <a:lnTo>
                  <a:pt x="554654" y="815138"/>
                </a:lnTo>
                <a:lnTo>
                  <a:pt x="597852" y="797613"/>
                </a:lnTo>
                <a:lnTo>
                  <a:pt x="639272" y="775081"/>
                </a:lnTo>
                <a:lnTo>
                  <a:pt x="678470" y="747542"/>
                </a:lnTo>
                <a:lnTo>
                  <a:pt x="715001" y="714996"/>
                </a:lnTo>
                <a:lnTo>
                  <a:pt x="747548" y="678465"/>
                </a:lnTo>
                <a:lnTo>
                  <a:pt x="775087" y="639267"/>
                </a:lnTo>
                <a:lnTo>
                  <a:pt x="797619" y="597848"/>
                </a:lnTo>
                <a:lnTo>
                  <a:pt x="815144" y="554650"/>
                </a:lnTo>
                <a:lnTo>
                  <a:pt x="827661" y="510119"/>
                </a:lnTo>
                <a:lnTo>
                  <a:pt x="835172" y="464699"/>
                </a:lnTo>
                <a:lnTo>
                  <a:pt x="837676" y="418835"/>
                </a:lnTo>
                <a:lnTo>
                  <a:pt x="835172" y="372971"/>
                </a:lnTo>
                <a:lnTo>
                  <a:pt x="827661" y="327551"/>
                </a:lnTo>
                <a:lnTo>
                  <a:pt x="815144" y="283020"/>
                </a:lnTo>
                <a:lnTo>
                  <a:pt x="797619" y="239823"/>
                </a:lnTo>
                <a:lnTo>
                  <a:pt x="775087" y="198403"/>
                </a:lnTo>
                <a:lnTo>
                  <a:pt x="747548" y="159205"/>
                </a:lnTo>
                <a:lnTo>
                  <a:pt x="715001" y="122674"/>
                </a:lnTo>
                <a:lnTo>
                  <a:pt x="678470" y="90128"/>
                </a:lnTo>
                <a:lnTo>
                  <a:pt x="639272" y="62588"/>
                </a:lnTo>
                <a:lnTo>
                  <a:pt x="597852" y="40056"/>
                </a:lnTo>
                <a:lnTo>
                  <a:pt x="554654" y="22532"/>
                </a:lnTo>
                <a:lnTo>
                  <a:pt x="510122" y="10014"/>
                </a:lnTo>
                <a:lnTo>
                  <a:pt x="464702" y="2503"/>
                </a:lnTo>
                <a:lnTo>
                  <a:pt x="418838" y="0"/>
                </a:lnTo>
                <a:close/>
              </a:path>
            </a:pathLst>
          </a:custGeom>
          <a:solidFill>
            <a:srgbClr val="FFFFFF">
              <a:alpha val="80000"/>
            </a:srgbClr>
          </a:solidFill>
        </p:spPr>
        <p:txBody>
          <a:bodyPr wrap="square" lIns="0" tIns="0" rIns="0" bIns="0" rtlCol="0"/>
          <a:lstStyle/>
          <a:p>
            <a:endParaRPr/>
          </a:p>
        </p:txBody>
      </p:sp>
    </p:spTree>
    <p:extLst>
      <p:ext uri="{BB962C8B-B14F-4D97-AF65-F5344CB8AC3E}">
        <p14:creationId xmlns:p14="http://schemas.microsoft.com/office/powerpoint/2010/main" val="466979197"/>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0A8B48C-44BA-4E42-825E-B1C21FD0BCAB}"/>
              </a:ext>
            </a:extLst>
          </p:cNvPr>
          <p:cNvSpPr/>
          <p:nvPr userDrawn="1"/>
        </p:nvSpPr>
        <p:spPr>
          <a:xfrm>
            <a:off x="21099127" y="12241310"/>
            <a:ext cx="3284873" cy="147468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4920425" y="3685632"/>
            <a:ext cx="15233103" cy="5404480"/>
          </a:xfrm>
        </p:spPr>
        <p:txBody>
          <a:bodyPr anchor="ctr" anchorCtr="0"/>
          <a:lstStyle>
            <a:lvl1pPr algn="l">
              <a:lnSpc>
                <a:spcPct val="90000"/>
              </a:lnSpc>
              <a:defRPr sz="13800" b="1">
                <a:solidFill>
                  <a:schemeClr val="bg1"/>
                </a:solidFill>
                <a:latin typeface="Times" panose="02020603050405020304" pitchFamily="18" charset="0"/>
                <a:ea typeface="Open Sans" panose="020B0606030504020204" pitchFamily="34" charset="0"/>
                <a:cs typeface="Times" panose="02020603050405020304" pitchFamily="18" charset="0"/>
              </a:defRPr>
            </a:lvl1pPr>
          </a:lstStyle>
          <a:p>
            <a:r>
              <a:rPr lang="en-US"/>
              <a:t>Click to edit Master title style</a:t>
            </a:r>
          </a:p>
        </p:txBody>
      </p:sp>
      <p:grpSp>
        <p:nvGrpSpPr>
          <p:cNvPr id="5" name="Group 4">
            <a:extLst>
              <a:ext uri="{FF2B5EF4-FFF2-40B4-BE49-F238E27FC236}">
                <a16:creationId xmlns:a16="http://schemas.microsoft.com/office/drawing/2014/main" id="{6CAAAD7A-7B58-4619-8E44-C4F04FD40D26}"/>
              </a:ext>
            </a:extLst>
          </p:cNvPr>
          <p:cNvGrpSpPr/>
          <p:nvPr userDrawn="1"/>
        </p:nvGrpSpPr>
        <p:grpSpPr>
          <a:xfrm rot="164089">
            <a:off x="-207820" y="42312"/>
            <a:ext cx="4468981" cy="12803656"/>
            <a:chOff x="1" y="2083708"/>
            <a:chExt cx="2492196" cy="7140155"/>
          </a:xfrm>
        </p:grpSpPr>
        <p:sp>
          <p:nvSpPr>
            <p:cNvPr id="6" name="object 7">
              <a:extLst>
                <a:ext uri="{FF2B5EF4-FFF2-40B4-BE49-F238E27FC236}">
                  <a16:creationId xmlns:a16="http://schemas.microsoft.com/office/drawing/2014/main" id="{623642BC-BF45-4117-9ADD-2A01B19CEA80}"/>
                </a:ext>
              </a:extLst>
            </p:cNvPr>
            <p:cNvSpPr/>
            <p:nvPr userDrawn="1"/>
          </p:nvSpPr>
          <p:spPr>
            <a:xfrm>
              <a:off x="2118912" y="8848661"/>
              <a:ext cx="370840" cy="371475"/>
            </a:xfrm>
            <a:custGeom>
              <a:avLst/>
              <a:gdLst/>
              <a:ahLst/>
              <a:cxnLst/>
              <a:rect l="l" t="t" r="r" b="b"/>
              <a:pathLst>
                <a:path w="370839" h="371475">
                  <a:moveTo>
                    <a:pt x="162871" y="0"/>
                  </a:moveTo>
                  <a:lnTo>
                    <a:pt x="114418" y="12586"/>
                  </a:lnTo>
                  <a:lnTo>
                    <a:pt x="72418" y="36637"/>
                  </a:lnTo>
                  <a:lnTo>
                    <a:pt x="38425" y="70170"/>
                  </a:lnTo>
                  <a:lnTo>
                    <a:pt x="13990" y="111206"/>
                  </a:lnTo>
                  <a:lnTo>
                    <a:pt x="664" y="157762"/>
                  </a:lnTo>
                  <a:lnTo>
                    <a:pt x="0" y="207857"/>
                  </a:lnTo>
                  <a:lnTo>
                    <a:pt x="12570" y="256355"/>
                  </a:lnTo>
                  <a:lnTo>
                    <a:pt x="36597" y="298394"/>
                  </a:lnTo>
                  <a:lnTo>
                    <a:pt x="70099" y="332421"/>
                  </a:lnTo>
                  <a:lnTo>
                    <a:pt x="111097" y="356881"/>
                  </a:lnTo>
                  <a:lnTo>
                    <a:pt x="157613" y="370221"/>
                  </a:lnTo>
                  <a:lnTo>
                    <a:pt x="207666" y="370887"/>
                  </a:lnTo>
                  <a:lnTo>
                    <a:pt x="256120" y="358300"/>
                  </a:lnTo>
                  <a:lnTo>
                    <a:pt x="298121" y="334249"/>
                  </a:lnTo>
                  <a:lnTo>
                    <a:pt x="332116" y="300715"/>
                  </a:lnTo>
                  <a:lnTo>
                    <a:pt x="356552" y="259678"/>
                  </a:lnTo>
                  <a:lnTo>
                    <a:pt x="369877" y="213119"/>
                  </a:lnTo>
                  <a:lnTo>
                    <a:pt x="370538" y="163020"/>
                  </a:lnTo>
                  <a:lnTo>
                    <a:pt x="357966" y="114526"/>
                  </a:lnTo>
                  <a:lnTo>
                    <a:pt x="333939" y="72489"/>
                  </a:lnTo>
                  <a:lnTo>
                    <a:pt x="300435" y="38464"/>
                  </a:lnTo>
                  <a:lnTo>
                    <a:pt x="259436" y="14005"/>
                  </a:lnTo>
                  <a:lnTo>
                    <a:pt x="212921" y="666"/>
                  </a:lnTo>
                  <a:lnTo>
                    <a:pt x="162871" y="0"/>
                  </a:lnTo>
                  <a:close/>
                </a:path>
              </a:pathLst>
            </a:custGeom>
            <a:solidFill>
              <a:srgbClr val="FFFFFF">
                <a:alpha val="9999"/>
              </a:srgbClr>
            </a:solidFill>
          </p:spPr>
          <p:txBody>
            <a:bodyPr wrap="square" lIns="0" tIns="0" rIns="0" bIns="0" rtlCol="0"/>
            <a:lstStyle/>
            <a:p>
              <a:endParaRPr/>
            </a:p>
          </p:txBody>
        </p:sp>
        <p:sp>
          <p:nvSpPr>
            <p:cNvPr id="7" name="object 8">
              <a:extLst>
                <a:ext uri="{FF2B5EF4-FFF2-40B4-BE49-F238E27FC236}">
                  <a16:creationId xmlns:a16="http://schemas.microsoft.com/office/drawing/2014/main" id="{4C829D8A-8207-4359-9F4F-8869464768E2}"/>
                </a:ext>
              </a:extLst>
            </p:cNvPr>
            <p:cNvSpPr/>
            <p:nvPr userDrawn="1"/>
          </p:nvSpPr>
          <p:spPr>
            <a:xfrm>
              <a:off x="1325040" y="8852388"/>
              <a:ext cx="371475" cy="371475"/>
            </a:xfrm>
            <a:custGeom>
              <a:avLst/>
              <a:gdLst/>
              <a:ahLst/>
              <a:cxnLst/>
              <a:rect l="l" t="t" r="r" b="b"/>
              <a:pathLst>
                <a:path w="371475" h="371475">
                  <a:moveTo>
                    <a:pt x="206023" y="0"/>
                  </a:moveTo>
                  <a:lnTo>
                    <a:pt x="155979" y="1167"/>
                  </a:lnTo>
                  <a:lnTo>
                    <a:pt x="109600" y="14972"/>
                  </a:lnTo>
                  <a:lnTo>
                    <a:pt x="68849" y="39840"/>
                  </a:lnTo>
                  <a:lnTo>
                    <a:pt x="35689" y="74199"/>
                  </a:lnTo>
                  <a:lnTo>
                    <a:pt x="12084" y="116475"/>
                  </a:lnTo>
                  <a:lnTo>
                    <a:pt x="0" y="165095"/>
                  </a:lnTo>
                  <a:lnTo>
                    <a:pt x="1163" y="215184"/>
                  </a:lnTo>
                  <a:lnTo>
                    <a:pt x="14954" y="261606"/>
                  </a:lnTo>
                  <a:lnTo>
                    <a:pt x="39800" y="302395"/>
                  </a:lnTo>
                  <a:lnTo>
                    <a:pt x="74129" y="335585"/>
                  </a:lnTo>
                  <a:lnTo>
                    <a:pt x="116368" y="359211"/>
                  </a:lnTo>
                  <a:lnTo>
                    <a:pt x="164944" y="371307"/>
                  </a:lnTo>
                  <a:lnTo>
                    <a:pt x="214984" y="370142"/>
                  </a:lnTo>
                  <a:lnTo>
                    <a:pt x="261362" y="356339"/>
                  </a:lnTo>
                  <a:lnTo>
                    <a:pt x="302115" y="331470"/>
                  </a:lnTo>
                  <a:lnTo>
                    <a:pt x="335276" y="297109"/>
                  </a:lnTo>
                  <a:lnTo>
                    <a:pt x="358882" y="254832"/>
                  </a:lnTo>
                  <a:lnTo>
                    <a:pt x="370967" y="206211"/>
                  </a:lnTo>
                  <a:lnTo>
                    <a:pt x="369801" y="156126"/>
                  </a:lnTo>
                  <a:lnTo>
                    <a:pt x="356009" y="109705"/>
                  </a:lnTo>
                  <a:lnTo>
                    <a:pt x="331164" y="68916"/>
                  </a:lnTo>
                  <a:lnTo>
                    <a:pt x="296836" y="35724"/>
                  </a:lnTo>
                  <a:lnTo>
                    <a:pt x="254598" y="12096"/>
                  </a:lnTo>
                  <a:lnTo>
                    <a:pt x="206023" y="0"/>
                  </a:lnTo>
                  <a:close/>
                </a:path>
              </a:pathLst>
            </a:custGeom>
            <a:solidFill>
              <a:srgbClr val="FFFFFF">
                <a:alpha val="16429"/>
              </a:srgbClr>
            </a:solidFill>
          </p:spPr>
          <p:txBody>
            <a:bodyPr wrap="square" lIns="0" tIns="0" rIns="0" bIns="0" rtlCol="0"/>
            <a:lstStyle/>
            <a:p>
              <a:endParaRPr/>
            </a:p>
          </p:txBody>
        </p:sp>
        <p:sp>
          <p:nvSpPr>
            <p:cNvPr id="9" name="object 9">
              <a:extLst>
                <a:ext uri="{FF2B5EF4-FFF2-40B4-BE49-F238E27FC236}">
                  <a16:creationId xmlns:a16="http://schemas.microsoft.com/office/drawing/2014/main" id="{8407EB41-2F36-420A-948C-F40F9BB5A298}"/>
                </a:ext>
              </a:extLst>
            </p:cNvPr>
            <p:cNvSpPr/>
            <p:nvPr userDrawn="1"/>
          </p:nvSpPr>
          <p:spPr>
            <a:xfrm>
              <a:off x="558450" y="8674937"/>
              <a:ext cx="372745" cy="372745"/>
            </a:xfrm>
            <a:custGeom>
              <a:avLst/>
              <a:gdLst/>
              <a:ahLst/>
              <a:cxnLst/>
              <a:rect l="l" t="t" r="r" b="b"/>
              <a:pathLst>
                <a:path w="372744" h="372745">
                  <a:moveTo>
                    <a:pt x="200087" y="0"/>
                  </a:moveTo>
                  <a:lnTo>
                    <a:pt x="151774" y="2689"/>
                  </a:lnTo>
                  <a:lnTo>
                    <a:pt x="106379" y="17447"/>
                  </a:lnTo>
                  <a:lnTo>
                    <a:pt x="66175" y="43195"/>
                  </a:lnTo>
                  <a:lnTo>
                    <a:pt x="33439" y="78857"/>
                  </a:lnTo>
                  <a:lnTo>
                    <a:pt x="10443" y="123355"/>
                  </a:lnTo>
                  <a:lnTo>
                    <a:pt x="0" y="172355"/>
                  </a:lnTo>
                  <a:lnTo>
                    <a:pt x="2686" y="220711"/>
                  </a:lnTo>
                  <a:lnTo>
                    <a:pt x="17428" y="266146"/>
                  </a:lnTo>
                  <a:lnTo>
                    <a:pt x="43150" y="306385"/>
                  </a:lnTo>
                  <a:lnTo>
                    <a:pt x="78779" y="339153"/>
                  </a:lnTo>
                  <a:lnTo>
                    <a:pt x="123240" y="362173"/>
                  </a:lnTo>
                  <a:lnTo>
                    <a:pt x="172192" y="372630"/>
                  </a:lnTo>
                  <a:lnTo>
                    <a:pt x="220502" y="369942"/>
                  </a:lnTo>
                  <a:lnTo>
                    <a:pt x="265896" y="355186"/>
                  </a:lnTo>
                  <a:lnTo>
                    <a:pt x="306101" y="329439"/>
                  </a:lnTo>
                  <a:lnTo>
                    <a:pt x="338840" y="293775"/>
                  </a:lnTo>
                  <a:lnTo>
                    <a:pt x="361840" y="249273"/>
                  </a:lnTo>
                  <a:lnTo>
                    <a:pt x="372283" y="200273"/>
                  </a:lnTo>
                  <a:lnTo>
                    <a:pt x="369597" y="151918"/>
                  </a:lnTo>
                  <a:lnTo>
                    <a:pt x="354855" y="106483"/>
                  </a:lnTo>
                  <a:lnTo>
                    <a:pt x="329133" y="66243"/>
                  </a:lnTo>
                  <a:lnTo>
                    <a:pt x="293504" y="33476"/>
                  </a:lnTo>
                  <a:lnTo>
                    <a:pt x="249043" y="10455"/>
                  </a:lnTo>
                  <a:lnTo>
                    <a:pt x="200087" y="0"/>
                  </a:lnTo>
                  <a:close/>
                </a:path>
              </a:pathLst>
            </a:custGeom>
            <a:solidFill>
              <a:srgbClr val="FFFFFF">
                <a:alpha val="22859"/>
              </a:srgbClr>
            </a:solidFill>
          </p:spPr>
          <p:txBody>
            <a:bodyPr wrap="square" lIns="0" tIns="0" rIns="0" bIns="0" rtlCol="0"/>
            <a:lstStyle/>
            <a:p>
              <a:endParaRPr/>
            </a:p>
          </p:txBody>
        </p:sp>
        <p:sp>
          <p:nvSpPr>
            <p:cNvPr id="10" name="object 10">
              <a:extLst>
                <a:ext uri="{FF2B5EF4-FFF2-40B4-BE49-F238E27FC236}">
                  <a16:creationId xmlns:a16="http://schemas.microsoft.com/office/drawing/2014/main" id="{A978A70C-3725-4465-862F-537E45868A6A}"/>
                </a:ext>
              </a:extLst>
            </p:cNvPr>
            <p:cNvSpPr/>
            <p:nvPr userDrawn="1"/>
          </p:nvSpPr>
          <p:spPr>
            <a:xfrm>
              <a:off x="1" y="8326194"/>
              <a:ext cx="230504" cy="374015"/>
            </a:xfrm>
            <a:custGeom>
              <a:avLst/>
              <a:gdLst/>
              <a:ahLst/>
              <a:cxnLst/>
              <a:rect l="l" t="t" r="r" b="b"/>
              <a:pathLst>
                <a:path w="230504" h="374015">
                  <a:moveTo>
                    <a:pt x="36763" y="0"/>
                  </a:moveTo>
                  <a:lnTo>
                    <a:pt x="0" y="5067"/>
                  </a:lnTo>
                  <a:lnTo>
                    <a:pt x="0" y="368336"/>
                  </a:lnTo>
                  <a:lnTo>
                    <a:pt x="45198" y="373476"/>
                  </a:lnTo>
                  <a:lnTo>
                    <a:pt x="89869" y="367643"/>
                  </a:lnTo>
                  <a:lnTo>
                    <a:pt x="131938" y="351275"/>
                  </a:lnTo>
                  <a:lnTo>
                    <a:pt x="169333" y="324808"/>
                  </a:lnTo>
                  <a:lnTo>
                    <a:pt x="199981" y="288681"/>
                  </a:lnTo>
                  <a:lnTo>
                    <a:pt x="221488" y="243436"/>
                  </a:lnTo>
                  <a:lnTo>
                    <a:pt x="230072" y="195772"/>
                  </a:lnTo>
                  <a:lnTo>
                    <a:pt x="226252" y="148152"/>
                  </a:lnTo>
                  <a:lnTo>
                    <a:pt x="210546" y="103038"/>
                  </a:lnTo>
                  <a:lnTo>
                    <a:pt x="183473" y="62897"/>
                  </a:lnTo>
                  <a:lnTo>
                    <a:pt x="145551" y="30190"/>
                  </a:lnTo>
                  <a:lnTo>
                    <a:pt x="110695" y="12313"/>
                  </a:lnTo>
                  <a:lnTo>
                    <a:pt x="36763" y="0"/>
                  </a:lnTo>
                  <a:close/>
                </a:path>
              </a:pathLst>
            </a:custGeom>
            <a:solidFill>
              <a:srgbClr val="FFFFFF">
                <a:alpha val="29289"/>
              </a:srgbClr>
            </a:solidFill>
          </p:spPr>
          <p:txBody>
            <a:bodyPr wrap="square" lIns="0" tIns="0" rIns="0" bIns="0" rtlCol="0"/>
            <a:lstStyle/>
            <a:p>
              <a:endParaRPr/>
            </a:p>
          </p:txBody>
        </p:sp>
        <p:sp>
          <p:nvSpPr>
            <p:cNvPr id="11" name="object 11">
              <a:extLst>
                <a:ext uri="{FF2B5EF4-FFF2-40B4-BE49-F238E27FC236}">
                  <a16:creationId xmlns:a16="http://schemas.microsoft.com/office/drawing/2014/main" id="{2A7DF299-6289-4392-AFAD-2B3E84F77E99}"/>
                </a:ext>
              </a:extLst>
            </p:cNvPr>
            <p:cNvSpPr/>
            <p:nvPr userDrawn="1"/>
          </p:nvSpPr>
          <p:spPr>
            <a:xfrm>
              <a:off x="180971" y="2443735"/>
              <a:ext cx="372745" cy="373380"/>
            </a:xfrm>
            <a:custGeom>
              <a:avLst/>
              <a:gdLst/>
              <a:ahLst/>
              <a:cxnLst/>
              <a:rect l="l" t="t" r="r" b="b"/>
              <a:pathLst>
                <a:path w="372745" h="373380">
                  <a:moveTo>
                    <a:pt x="197927" y="0"/>
                  </a:moveTo>
                  <a:lnTo>
                    <a:pt x="149651" y="3252"/>
                  </a:lnTo>
                  <a:lnTo>
                    <a:pt x="102343" y="19627"/>
                  </a:lnTo>
                  <a:lnTo>
                    <a:pt x="61033" y="47924"/>
                  </a:lnTo>
                  <a:lnTo>
                    <a:pt x="29680" y="84813"/>
                  </a:lnTo>
                  <a:lnTo>
                    <a:pt x="9072" y="127904"/>
                  </a:lnTo>
                  <a:lnTo>
                    <a:pt x="0" y="174805"/>
                  </a:lnTo>
                  <a:lnTo>
                    <a:pt x="3249" y="223126"/>
                  </a:lnTo>
                  <a:lnTo>
                    <a:pt x="19609" y="270477"/>
                  </a:lnTo>
                  <a:lnTo>
                    <a:pt x="47877" y="311825"/>
                  </a:lnTo>
                  <a:lnTo>
                    <a:pt x="84732" y="343207"/>
                  </a:lnTo>
                  <a:lnTo>
                    <a:pt x="127783" y="363833"/>
                  </a:lnTo>
                  <a:lnTo>
                    <a:pt x="174643" y="372914"/>
                  </a:lnTo>
                  <a:lnTo>
                    <a:pt x="222922" y="369661"/>
                  </a:lnTo>
                  <a:lnTo>
                    <a:pt x="270230" y="353286"/>
                  </a:lnTo>
                  <a:lnTo>
                    <a:pt x="311537" y="324992"/>
                  </a:lnTo>
                  <a:lnTo>
                    <a:pt x="342888" y="288104"/>
                  </a:lnTo>
                  <a:lnTo>
                    <a:pt x="363495" y="245013"/>
                  </a:lnTo>
                  <a:lnTo>
                    <a:pt x="372568" y="198111"/>
                  </a:lnTo>
                  <a:lnTo>
                    <a:pt x="369317" y="149788"/>
                  </a:lnTo>
                  <a:lnTo>
                    <a:pt x="352953" y="102437"/>
                  </a:lnTo>
                  <a:lnTo>
                    <a:pt x="324686" y="61088"/>
                  </a:lnTo>
                  <a:lnTo>
                    <a:pt x="287834" y="29707"/>
                  </a:lnTo>
                  <a:lnTo>
                    <a:pt x="244785" y="9081"/>
                  </a:lnTo>
                  <a:lnTo>
                    <a:pt x="197927" y="0"/>
                  </a:lnTo>
                  <a:close/>
                </a:path>
              </a:pathLst>
            </a:custGeom>
            <a:solidFill>
              <a:srgbClr val="FFFFFF">
                <a:alpha val="87139"/>
              </a:srgbClr>
            </a:solidFill>
          </p:spPr>
          <p:txBody>
            <a:bodyPr wrap="square" lIns="0" tIns="0" rIns="0" bIns="0" rtlCol="0"/>
            <a:lstStyle/>
            <a:p>
              <a:endParaRPr/>
            </a:p>
          </p:txBody>
        </p:sp>
        <p:sp>
          <p:nvSpPr>
            <p:cNvPr id="12" name="object 12">
              <a:extLst>
                <a:ext uri="{FF2B5EF4-FFF2-40B4-BE49-F238E27FC236}">
                  <a16:creationId xmlns:a16="http://schemas.microsoft.com/office/drawing/2014/main" id="{E515E665-7A5B-4EB4-B77B-E0FAE30F12CF}"/>
                </a:ext>
              </a:extLst>
            </p:cNvPr>
            <p:cNvSpPr/>
            <p:nvPr userDrawn="1"/>
          </p:nvSpPr>
          <p:spPr>
            <a:xfrm>
              <a:off x="915627" y="2175409"/>
              <a:ext cx="373380" cy="374015"/>
            </a:xfrm>
            <a:custGeom>
              <a:avLst/>
              <a:gdLst/>
              <a:ahLst/>
              <a:cxnLst/>
              <a:rect l="l" t="t" r="r" b="b"/>
              <a:pathLst>
                <a:path w="373380" h="374014">
                  <a:moveTo>
                    <a:pt x="193330" y="0"/>
                  </a:moveTo>
                  <a:lnTo>
                    <a:pt x="143517" y="4954"/>
                  </a:lnTo>
                  <a:lnTo>
                    <a:pt x="96782" y="22893"/>
                  </a:lnTo>
                  <a:lnTo>
                    <a:pt x="57741" y="51501"/>
                  </a:lnTo>
                  <a:lnTo>
                    <a:pt x="27717" y="88635"/>
                  </a:lnTo>
                  <a:lnTo>
                    <a:pt x="8029" y="132153"/>
                  </a:lnTo>
                  <a:lnTo>
                    <a:pt x="0" y="179911"/>
                  </a:lnTo>
                  <a:lnTo>
                    <a:pt x="4949" y="229769"/>
                  </a:lnTo>
                  <a:lnTo>
                    <a:pt x="22873" y="276550"/>
                  </a:lnTo>
                  <a:lnTo>
                    <a:pt x="51456" y="315628"/>
                  </a:lnTo>
                  <a:lnTo>
                    <a:pt x="88558" y="345680"/>
                  </a:lnTo>
                  <a:lnTo>
                    <a:pt x="132036" y="365386"/>
                  </a:lnTo>
                  <a:lnTo>
                    <a:pt x="179751" y="373424"/>
                  </a:lnTo>
                  <a:lnTo>
                    <a:pt x="229559" y="368474"/>
                  </a:lnTo>
                  <a:lnTo>
                    <a:pt x="276299" y="350534"/>
                  </a:lnTo>
                  <a:lnTo>
                    <a:pt x="315342" y="321924"/>
                  </a:lnTo>
                  <a:lnTo>
                    <a:pt x="345368" y="284789"/>
                  </a:lnTo>
                  <a:lnTo>
                    <a:pt x="365057" y="241270"/>
                  </a:lnTo>
                  <a:lnTo>
                    <a:pt x="373087" y="193512"/>
                  </a:lnTo>
                  <a:lnTo>
                    <a:pt x="368137" y="143658"/>
                  </a:lnTo>
                  <a:lnTo>
                    <a:pt x="350214" y="96876"/>
                  </a:lnTo>
                  <a:lnTo>
                    <a:pt x="321630" y="57797"/>
                  </a:lnTo>
                  <a:lnTo>
                    <a:pt x="284528" y="27743"/>
                  </a:lnTo>
                  <a:lnTo>
                    <a:pt x="241047" y="8037"/>
                  </a:lnTo>
                  <a:lnTo>
                    <a:pt x="193330" y="0"/>
                  </a:lnTo>
                  <a:close/>
                </a:path>
              </a:pathLst>
            </a:custGeom>
            <a:solidFill>
              <a:srgbClr val="FFFFFF">
                <a:alpha val="93569"/>
              </a:srgbClr>
            </a:solidFill>
          </p:spPr>
          <p:txBody>
            <a:bodyPr wrap="square" lIns="0" tIns="0" rIns="0" bIns="0" rtlCol="0"/>
            <a:lstStyle/>
            <a:p>
              <a:endParaRPr/>
            </a:p>
          </p:txBody>
        </p:sp>
        <p:sp>
          <p:nvSpPr>
            <p:cNvPr id="13" name="object 13">
              <a:extLst>
                <a:ext uri="{FF2B5EF4-FFF2-40B4-BE49-F238E27FC236}">
                  <a16:creationId xmlns:a16="http://schemas.microsoft.com/office/drawing/2014/main" id="{EA108E4C-0FDE-4A79-95EE-9E9A87260EBD}"/>
                </a:ext>
              </a:extLst>
            </p:cNvPr>
            <p:cNvSpPr/>
            <p:nvPr userDrawn="1"/>
          </p:nvSpPr>
          <p:spPr>
            <a:xfrm>
              <a:off x="1703742" y="2083708"/>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9"/>
                  </a:lnTo>
                  <a:lnTo>
                    <a:pt x="137008" y="366909"/>
                  </a:lnTo>
                  <a:lnTo>
                    <a:pt x="186620" y="373581"/>
                  </a:lnTo>
                  <a:lnTo>
                    <a:pt x="236232" y="366909"/>
                  </a:lnTo>
                  <a:lnTo>
                    <a:pt x="280811" y="348079"/>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solidFill>
          </p:spPr>
          <p:txBody>
            <a:bodyPr wrap="square" lIns="0" tIns="0" rIns="0" bIns="0" rtlCol="0"/>
            <a:lstStyle/>
            <a:p>
              <a:endParaRPr/>
            </a:p>
          </p:txBody>
        </p:sp>
        <p:sp>
          <p:nvSpPr>
            <p:cNvPr id="14" name="object 14">
              <a:extLst>
                <a:ext uri="{FF2B5EF4-FFF2-40B4-BE49-F238E27FC236}">
                  <a16:creationId xmlns:a16="http://schemas.microsoft.com/office/drawing/2014/main" id="{EC94A245-5070-4654-B9D0-B34B0176C761}"/>
                </a:ext>
              </a:extLst>
            </p:cNvPr>
            <p:cNvSpPr/>
            <p:nvPr userDrawn="1"/>
          </p:nvSpPr>
          <p:spPr>
            <a:xfrm>
              <a:off x="2119832" y="8009782"/>
              <a:ext cx="371475" cy="371475"/>
            </a:xfrm>
            <a:custGeom>
              <a:avLst/>
              <a:gdLst/>
              <a:ahLst/>
              <a:cxnLst/>
              <a:rect l="l" t="t" r="r" b="b"/>
              <a:pathLst>
                <a:path w="371475" h="371475">
                  <a:moveTo>
                    <a:pt x="205768" y="0"/>
                  </a:moveTo>
                  <a:lnTo>
                    <a:pt x="155731" y="1354"/>
                  </a:lnTo>
                  <a:lnTo>
                    <a:pt x="107825" y="15876"/>
                  </a:lnTo>
                  <a:lnTo>
                    <a:pt x="66827" y="41596"/>
                  </a:lnTo>
                  <a:lnTo>
                    <a:pt x="34208" y="76469"/>
                  </a:lnTo>
                  <a:lnTo>
                    <a:pt x="11442" y="118455"/>
                  </a:lnTo>
                  <a:lnTo>
                    <a:pt x="0" y="165510"/>
                  </a:lnTo>
                  <a:lnTo>
                    <a:pt x="1352" y="215594"/>
                  </a:lnTo>
                  <a:lnTo>
                    <a:pt x="15862" y="263544"/>
                  </a:lnTo>
                  <a:lnTo>
                    <a:pt x="41560" y="304582"/>
                  </a:lnTo>
                  <a:lnTo>
                    <a:pt x="76405" y="337231"/>
                  </a:lnTo>
                  <a:lnTo>
                    <a:pt x="118355" y="360019"/>
                  </a:lnTo>
                  <a:lnTo>
                    <a:pt x="165369" y="371471"/>
                  </a:lnTo>
                  <a:lnTo>
                    <a:pt x="215408" y="370114"/>
                  </a:lnTo>
                  <a:lnTo>
                    <a:pt x="263314" y="355591"/>
                  </a:lnTo>
                  <a:lnTo>
                    <a:pt x="304312" y="329872"/>
                  </a:lnTo>
                  <a:lnTo>
                    <a:pt x="336930" y="294998"/>
                  </a:lnTo>
                  <a:lnTo>
                    <a:pt x="359696" y="253012"/>
                  </a:lnTo>
                  <a:lnTo>
                    <a:pt x="371139" y="205956"/>
                  </a:lnTo>
                  <a:lnTo>
                    <a:pt x="369786" y="155873"/>
                  </a:lnTo>
                  <a:lnTo>
                    <a:pt x="355272" y="107920"/>
                  </a:lnTo>
                  <a:lnTo>
                    <a:pt x="329574" y="66883"/>
                  </a:lnTo>
                  <a:lnTo>
                    <a:pt x="294730" y="34236"/>
                  </a:lnTo>
                  <a:lnTo>
                    <a:pt x="252781" y="11451"/>
                  </a:lnTo>
                  <a:lnTo>
                    <a:pt x="205768" y="0"/>
                  </a:lnTo>
                  <a:close/>
                </a:path>
              </a:pathLst>
            </a:custGeom>
            <a:solidFill>
              <a:srgbClr val="FFFFFF">
                <a:alpha val="9999"/>
              </a:srgbClr>
            </a:solidFill>
          </p:spPr>
          <p:txBody>
            <a:bodyPr wrap="square" lIns="0" tIns="0" rIns="0" bIns="0" rtlCol="0"/>
            <a:lstStyle/>
            <a:p>
              <a:endParaRPr/>
            </a:p>
          </p:txBody>
        </p:sp>
        <p:sp>
          <p:nvSpPr>
            <p:cNvPr id="15" name="object 15">
              <a:extLst>
                <a:ext uri="{FF2B5EF4-FFF2-40B4-BE49-F238E27FC236}">
                  <a16:creationId xmlns:a16="http://schemas.microsoft.com/office/drawing/2014/main" id="{995E0190-E45D-46AD-808B-0684E237E0DE}"/>
                </a:ext>
              </a:extLst>
            </p:cNvPr>
            <p:cNvSpPr/>
            <p:nvPr userDrawn="1"/>
          </p:nvSpPr>
          <p:spPr>
            <a:xfrm>
              <a:off x="1413251" y="8026836"/>
              <a:ext cx="371475" cy="371475"/>
            </a:xfrm>
            <a:custGeom>
              <a:avLst/>
              <a:gdLst/>
              <a:ahLst/>
              <a:cxnLst/>
              <a:rect l="l" t="t" r="r" b="b"/>
              <a:pathLst>
                <a:path w="371475" h="371475">
                  <a:moveTo>
                    <a:pt x="206326" y="0"/>
                  </a:moveTo>
                  <a:lnTo>
                    <a:pt x="156281" y="1075"/>
                  </a:lnTo>
                  <a:lnTo>
                    <a:pt x="109876" y="14794"/>
                  </a:lnTo>
                  <a:lnTo>
                    <a:pt x="69079" y="39588"/>
                  </a:lnTo>
                  <a:lnTo>
                    <a:pt x="35855" y="73887"/>
                  </a:lnTo>
                  <a:lnTo>
                    <a:pt x="12173" y="116119"/>
                  </a:lnTo>
                  <a:lnTo>
                    <a:pt x="0" y="164717"/>
                  </a:lnTo>
                  <a:lnTo>
                    <a:pt x="1074" y="214808"/>
                  </a:lnTo>
                  <a:lnTo>
                    <a:pt x="14780" y="261255"/>
                  </a:lnTo>
                  <a:lnTo>
                    <a:pt x="39551" y="302090"/>
                  </a:lnTo>
                  <a:lnTo>
                    <a:pt x="73816" y="335343"/>
                  </a:lnTo>
                  <a:lnTo>
                    <a:pt x="116007" y="359047"/>
                  </a:lnTo>
                  <a:lnTo>
                    <a:pt x="164556" y="371232"/>
                  </a:lnTo>
                  <a:lnTo>
                    <a:pt x="214605" y="370157"/>
                  </a:lnTo>
                  <a:lnTo>
                    <a:pt x="261011" y="356438"/>
                  </a:lnTo>
                  <a:lnTo>
                    <a:pt x="301809" y="331645"/>
                  </a:lnTo>
                  <a:lnTo>
                    <a:pt x="335032" y="297349"/>
                  </a:lnTo>
                  <a:lnTo>
                    <a:pt x="358716" y="255119"/>
                  </a:lnTo>
                  <a:lnTo>
                    <a:pt x="370894" y="206525"/>
                  </a:lnTo>
                  <a:lnTo>
                    <a:pt x="369819" y="156433"/>
                  </a:lnTo>
                  <a:lnTo>
                    <a:pt x="356112" y="109984"/>
                  </a:lnTo>
                  <a:lnTo>
                    <a:pt x="331341" y="69147"/>
                  </a:lnTo>
                  <a:lnTo>
                    <a:pt x="297074" y="35891"/>
                  </a:lnTo>
                  <a:lnTo>
                    <a:pt x="254879" y="12185"/>
                  </a:lnTo>
                  <a:lnTo>
                    <a:pt x="206326" y="0"/>
                  </a:lnTo>
                  <a:close/>
                </a:path>
              </a:pathLst>
            </a:custGeom>
            <a:solidFill>
              <a:srgbClr val="FFFFFF">
                <a:alpha val="15419"/>
              </a:srgbClr>
            </a:solidFill>
          </p:spPr>
          <p:txBody>
            <a:bodyPr wrap="square" lIns="0" tIns="0" rIns="0" bIns="0" rtlCol="0"/>
            <a:lstStyle/>
            <a:p>
              <a:endParaRPr/>
            </a:p>
          </p:txBody>
        </p:sp>
        <p:sp>
          <p:nvSpPr>
            <p:cNvPr id="16" name="object 16">
              <a:extLst>
                <a:ext uri="{FF2B5EF4-FFF2-40B4-BE49-F238E27FC236}">
                  <a16:creationId xmlns:a16="http://schemas.microsoft.com/office/drawing/2014/main" id="{9DF436DC-4170-4483-BDF1-F5DF0AD8F705}"/>
                </a:ext>
              </a:extLst>
            </p:cNvPr>
            <p:cNvSpPr/>
            <p:nvPr userDrawn="1"/>
          </p:nvSpPr>
          <p:spPr>
            <a:xfrm>
              <a:off x="735064" y="7853877"/>
              <a:ext cx="370840" cy="371475"/>
            </a:xfrm>
            <a:custGeom>
              <a:avLst/>
              <a:gdLst/>
              <a:ahLst/>
              <a:cxnLst/>
              <a:rect l="l" t="t" r="r" b="b"/>
              <a:pathLst>
                <a:path w="370840" h="371475">
                  <a:moveTo>
                    <a:pt x="207514" y="0"/>
                  </a:moveTo>
                  <a:lnTo>
                    <a:pt x="159128" y="545"/>
                  </a:lnTo>
                  <a:lnTo>
                    <a:pt x="113124" y="13276"/>
                  </a:lnTo>
                  <a:lnTo>
                    <a:pt x="71821" y="37220"/>
                  </a:lnTo>
                  <a:lnTo>
                    <a:pt x="37540" y="71401"/>
                  </a:lnTo>
                  <a:lnTo>
                    <a:pt x="12599" y="114846"/>
                  </a:lnTo>
                  <a:lnTo>
                    <a:pt x="0" y="163330"/>
                  </a:lnTo>
                  <a:lnTo>
                    <a:pt x="547" y="211755"/>
                  </a:lnTo>
                  <a:lnTo>
                    <a:pt x="13268" y="257798"/>
                  </a:lnTo>
                  <a:lnTo>
                    <a:pt x="37189" y="299138"/>
                  </a:lnTo>
                  <a:lnTo>
                    <a:pt x="71336" y="333453"/>
                  </a:lnTo>
                  <a:lnTo>
                    <a:pt x="114736" y="358421"/>
                  </a:lnTo>
                  <a:lnTo>
                    <a:pt x="163181" y="371032"/>
                  </a:lnTo>
                  <a:lnTo>
                    <a:pt x="211564" y="370482"/>
                  </a:lnTo>
                  <a:lnTo>
                    <a:pt x="257566" y="357748"/>
                  </a:lnTo>
                  <a:lnTo>
                    <a:pt x="298868" y="333805"/>
                  </a:lnTo>
                  <a:lnTo>
                    <a:pt x="333149" y="299627"/>
                  </a:lnTo>
                  <a:lnTo>
                    <a:pt x="358090" y="256191"/>
                  </a:lnTo>
                  <a:lnTo>
                    <a:pt x="370690" y="207701"/>
                  </a:lnTo>
                  <a:lnTo>
                    <a:pt x="370142" y="159272"/>
                  </a:lnTo>
                  <a:lnTo>
                    <a:pt x="357422" y="113226"/>
                  </a:lnTo>
                  <a:lnTo>
                    <a:pt x="333503" y="71886"/>
                  </a:lnTo>
                  <a:lnTo>
                    <a:pt x="299359" y="37575"/>
                  </a:lnTo>
                  <a:lnTo>
                    <a:pt x="255963" y="12615"/>
                  </a:lnTo>
                  <a:lnTo>
                    <a:pt x="207514" y="0"/>
                  </a:lnTo>
                  <a:close/>
                </a:path>
              </a:pathLst>
            </a:custGeom>
            <a:solidFill>
              <a:srgbClr val="FFFFFF">
                <a:alpha val="20829"/>
              </a:srgbClr>
            </a:solidFill>
          </p:spPr>
          <p:txBody>
            <a:bodyPr wrap="square" lIns="0" tIns="0" rIns="0" bIns="0" rtlCol="0"/>
            <a:lstStyle/>
            <a:p>
              <a:endParaRPr/>
            </a:p>
          </p:txBody>
        </p:sp>
        <p:sp>
          <p:nvSpPr>
            <p:cNvPr id="17" name="object 17">
              <a:extLst>
                <a:ext uri="{FF2B5EF4-FFF2-40B4-BE49-F238E27FC236}">
                  <a16:creationId xmlns:a16="http://schemas.microsoft.com/office/drawing/2014/main" id="{052CF073-378F-4586-8EE5-D9C1A725C041}"/>
                </a:ext>
              </a:extLst>
            </p:cNvPr>
            <p:cNvSpPr/>
            <p:nvPr userDrawn="1"/>
          </p:nvSpPr>
          <p:spPr>
            <a:xfrm>
              <a:off x="130270" y="7502118"/>
              <a:ext cx="370840" cy="370840"/>
            </a:xfrm>
            <a:custGeom>
              <a:avLst/>
              <a:gdLst/>
              <a:ahLst/>
              <a:cxnLst/>
              <a:rect l="l" t="t" r="r" b="b"/>
              <a:pathLst>
                <a:path w="370840" h="370840">
                  <a:moveTo>
                    <a:pt x="162645" y="0"/>
                  </a:moveTo>
                  <a:lnTo>
                    <a:pt x="116389" y="11773"/>
                  </a:lnTo>
                  <a:lnTo>
                    <a:pt x="74100" y="35308"/>
                  </a:lnTo>
                  <a:lnTo>
                    <a:pt x="38276" y="70301"/>
                  </a:lnTo>
                  <a:lnTo>
                    <a:pt x="12952" y="113520"/>
                  </a:lnTo>
                  <a:lnTo>
                    <a:pt x="295" y="160266"/>
                  </a:lnTo>
                  <a:lnTo>
                    <a:pt x="0" y="208038"/>
                  </a:lnTo>
                  <a:lnTo>
                    <a:pt x="11761" y="254337"/>
                  </a:lnTo>
                  <a:lnTo>
                    <a:pt x="35275" y="296665"/>
                  </a:lnTo>
                  <a:lnTo>
                    <a:pt x="70235" y="332522"/>
                  </a:lnTo>
                  <a:lnTo>
                    <a:pt x="113416" y="357866"/>
                  </a:lnTo>
                  <a:lnTo>
                    <a:pt x="160120" y="370533"/>
                  </a:lnTo>
                  <a:lnTo>
                    <a:pt x="207850" y="370828"/>
                  </a:lnTo>
                  <a:lnTo>
                    <a:pt x="254108" y="359055"/>
                  </a:lnTo>
                  <a:lnTo>
                    <a:pt x="296396" y="335519"/>
                  </a:lnTo>
                  <a:lnTo>
                    <a:pt x="332217" y="300523"/>
                  </a:lnTo>
                  <a:lnTo>
                    <a:pt x="357541" y="257303"/>
                  </a:lnTo>
                  <a:lnTo>
                    <a:pt x="370198" y="210558"/>
                  </a:lnTo>
                  <a:lnTo>
                    <a:pt x="370492" y="162786"/>
                  </a:lnTo>
                  <a:lnTo>
                    <a:pt x="358729" y="116486"/>
                  </a:lnTo>
                  <a:lnTo>
                    <a:pt x="335212" y="74158"/>
                  </a:lnTo>
                  <a:lnTo>
                    <a:pt x="300248" y="38301"/>
                  </a:lnTo>
                  <a:lnTo>
                    <a:pt x="257072" y="12959"/>
                  </a:lnTo>
                  <a:lnTo>
                    <a:pt x="210372" y="293"/>
                  </a:lnTo>
                  <a:lnTo>
                    <a:pt x="162645" y="0"/>
                  </a:lnTo>
                  <a:close/>
                </a:path>
              </a:pathLst>
            </a:custGeom>
            <a:solidFill>
              <a:srgbClr val="FFFFFF">
                <a:alpha val="2624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CE95AC59-141D-49E5-B81F-6363AD6BB129}"/>
                </a:ext>
              </a:extLst>
            </p:cNvPr>
            <p:cNvSpPr/>
            <p:nvPr userDrawn="1"/>
          </p:nvSpPr>
          <p:spPr>
            <a:xfrm>
              <a:off x="6" y="3741446"/>
              <a:ext cx="192405" cy="374015"/>
            </a:xfrm>
            <a:custGeom>
              <a:avLst/>
              <a:gdLst/>
              <a:ahLst/>
              <a:cxnLst/>
              <a:rect l="l" t="t" r="r" b="b"/>
              <a:pathLst>
                <a:path w="192405" h="374014">
                  <a:moveTo>
                    <a:pt x="0" y="0"/>
                  </a:moveTo>
                  <a:lnTo>
                    <a:pt x="0" y="373413"/>
                  </a:lnTo>
                  <a:lnTo>
                    <a:pt x="38929" y="370492"/>
                  </a:lnTo>
                  <a:lnTo>
                    <a:pt x="76612" y="359471"/>
                  </a:lnTo>
                  <a:lnTo>
                    <a:pt x="111669" y="340404"/>
                  </a:lnTo>
                  <a:lnTo>
                    <a:pt x="142724" y="313347"/>
                  </a:lnTo>
                  <a:lnTo>
                    <a:pt x="171458" y="272323"/>
                  </a:lnTo>
                  <a:lnTo>
                    <a:pt x="187854" y="226758"/>
                  </a:lnTo>
                  <a:lnTo>
                    <a:pt x="192012" y="179168"/>
                  </a:lnTo>
                  <a:lnTo>
                    <a:pt x="184034" y="132069"/>
                  </a:lnTo>
                  <a:lnTo>
                    <a:pt x="164021" y="87976"/>
                  </a:lnTo>
                  <a:lnTo>
                    <a:pt x="132074" y="49406"/>
                  </a:lnTo>
                  <a:lnTo>
                    <a:pt x="69681" y="11242"/>
                  </a:lnTo>
                  <a:lnTo>
                    <a:pt x="0" y="0"/>
                  </a:lnTo>
                  <a:close/>
                </a:path>
              </a:pathLst>
            </a:custGeom>
            <a:solidFill>
              <a:srgbClr val="FFFFFF">
                <a:alpha val="58749"/>
              </a:srgbClr>
            </a:solidFill>
          </p:spPr>
          <p:txBody>
            <a:bodyPr wrap="square" lIns="0" tIns="0" rIns="0" bIns="0" rtlCol="0"/>
            <a:lstStyle/>
            <a:p>
              <a:endParaRPr/>
            </a:p>
          </p:txBody>
        </p:sp>
        <p:sp>
          <p:nvSpPr>
            <p:cNvPr id="19" name="object 19">
              <a:extLst>
                <a:ext uri="{FF2B5EF4-FFF2-40B4-BE49-F238E27FC236}">
                  <a16:creationId xmlns:a16="http://schemas.microsoft.com/office/drawing/2014/main" id="{55B9EE7B-7FF6-42FC-B581-22345456A213}"/>
                </a:ext>
              </a:extLst>
            </p:cNvPr>
            <p:cNvSpPr/>
            <p:nvPr userDrawn="1"/>
          </p:nvSpPr>
          <p:spPr>
            <a:xfrm>
              <a:off x="365636" y="3290349"/>
              <a:ext cx="373380" cy="374015"/>
            </a:xfrm>
            <a:custGeom>
              <a:avLst/>
              <a:gdLst/>
              <a:ahLst/>
              <a:cxnLst/>
              <a:rect l="l" t="t" r="r" b="b"/>
              <a:pathLst>
                <a:path w="373380" h="374014">
                  <a:moveTo>
                    <a:pt x="182446" y="0"/>
                  </a:moveTo>
                  <a:lnTo>
                    <a:pt x="134616" y="7328"/>
                  </a:lnTo>
                  <a:lnTo>
                    <a:pt x="88862" y="27651"/>
                  </a:lnTo>
                  <a:lnTo>
                    <a:pt x="50091" y="59341"/>
                  </a:lnTo>
                  <a:lnTo>
                    <a:pt x="21968" y="98751"/>
                  </a:lnTo>
                  <a:lnTo>
                    <a:pt x="5076" y="143431"/>
                  </a:lnTo>
                  <a:lnTo>
                    <a:pt x="0" y="190931"/>
                  </a:lnTo>
                  <a:lnTo>
                    <a:pt x="7322" y="238804"/>
                  </a:lnTo>
                  <a:lnTo>
                    <a:pt x="27626" y="284600"/>
                  </a:lnTo>
                  <a:lnTo>
                    <a:pt x="59287" y="323407"/>
                  </a:lnTo>
                  <a:lnTo>
                    <a:pt x="98661" y="351557"/>
                  </a:lnTo>
                  <a:lnTo>
                    <a:pt x="143300" y="368464"/>
                  </a:lnTo>
                  <a:lnTo>
                    <a:pt x="190758" y="373545"/>
                  </a:lnTo>
                  <a:lnTo>
                    <a:pt x="238587" y="366216"/>
                  </a:lnTo>
                  <a:lnTo>
                    <a:pt x="284341" y="345893"/>
                  </a:lnTo>
                  <a:lnTo>
                    <a:pt x="323113" y="314202"/>
                  </a:lnTo>
                  <a:lnTo>
                    <a:pt x="351238" y="274793"/>
                  </a:lnTo>
                  <a:lnTo>
                    <a:pt x="368131" y="230113"/>
                  </a:lnTo>
                  <a:lnTo>
                    <a:pt x="373208" y="182612"/>
                  </a:lnTo>
                  <a:lnTo>
                    <a:pt x="365885" y="134739"/>
                  </a:lnTo>
                  <a:lnTo>
                    <a:pt x="345577" y="88943"/>
                  </a:lnTo>
                  <a:lnTo>
                    <a:pt x="313916" y="50137"/>
                  </a:lnTo>
                  <a:lnTo>
                    <a:pt x="274542" y="21988"/>
                  </a:lnTo>
                  <a:lnTo>
                    <a:pt x="229903" y="5081"/>
                  </a:lnTo>
                  <a:lnTo>
                    <a:pt x="182446" y="0"/>
                  </a:lnTo>
                  <a:close/>
                </a:path>
              </a:pathLst>
            </a:custGeom>
            <a:solidFill>
              <a:srgbClr val="FFFFFF">
                <a:alpha val="64169"/>
              </a:srgbClr>
            </a:solidFill>
          </p:spPr>
          <p:txBody>
            <a:bodyPr wrap="square" lIns="0" tIns="0" rIns="0" bIns="0" rtlCol="0"/>
            <a:lstStyle/>
            <a:p>
              <a:endParaRPr/>
            </a:p>
          </p:txBody>
        </p:sp>
        <p:sp>
          <p:nvSpPr>
            <p:cNvPr id="20" name="object 20">
              <a:extLst>
                <a:ext uri="{FF2B5EF4-FFF2-40B4-BE49-F238E27FC236}">
                  <a16:creationId xmlns:a16="http://schemas.microsoft.com/office/drawing/2014/main" id="{330D0191-F8AF-42A4-AF89-F8C14170B4B9}"/>
                </a:ext>
              </a:extLst>
            </p:cNvPr>
            <p:cNvSpPr/>
            <p:nvPr userDrawn="1"/>
          </p:nvSpPr>
          <p:spPr>
            <a:xfrm>
              <a:off x="1004213" y="3010067"/>
              <a:ext cx="373380" cy="374015"/>
            </a:xfrm>
            <a:custGeom>
              <a:avLst/>
              <a:gdLst/>
              <a:ahLst/>
              <a:cxnLst/>
              <a:rect l="l" t="t" r="r" b="b"/>
              <a:pathLst>
                <a:path w="373380" h="374014">
                  <a:moveTo>
                    <a:pt x="185553" y="0"/>
                  </a:moveTo>
                  <a:lnTo>
                    <a:pt x="135996" y="7058"/>
                  </a:lnTo>
                  <a:lnTo>
                    <a:pt x="90059" y="26960"/>
                  </a:lnTo>
                  <a:lnTo>
                    <a:pt x="52262" y="57197"/>
                  </a:lnTo>
                  <a:lnTo>
                    <a:pt x="23833" y="95571"/>
                  </a:lnTo>
                  <a:lnTo>
                    <a:pt x="6003" y="139885"/>
                  </a:lnTo>
                  <a:lnTo>
                    <a:pt x="0" y="187941"/>
                  </a:lnTo>
                  <a:lnTo>
                    <a:pt x="7052" y="237543"/>
                  </a:lnTo>
                  <a:lnTo>
                    <a:pt x="26936" y="283523"/>
                  </a:lnTo>
                  <a:lnTo>
                    <a:pt x="57145" y="321354"/>
                  </a:lnTo>
                  <a:lnTo>
                    <a:pt x="95483" y="349808"/>
                  </a:lnTo>
                  <a:lnTo>
                    <a:pt x="139757" y="367655"/>
                  </a:lnTo>
                  <a:lnTo>
                    <a:pt x="187770" y="373664"/>
                  </a:lnTo>
                  <a:lnTo>
                    <a:pt x="237327" y="366605"/>
                  </a:lnTo>
                  <a:lnTo>
                    <a:pt x="283265" y="346703"/>
                  </a:lnTo>
                  <a:lnTo>
                    <a:pt x="321063" y="316467"/>
                  </a:lnTo>
                  <a:lnTo>
                    <a:pt x="349493" y="278093"/>
                  </a:lnTo>
                  <a:lnTo>
                    <a:pt x="367324" y="233779"/>
                  </a:lnTo>
                  <a:lnTo>
                    <a:pt x="373326" y="185722"/>
                  </a:lnTo>
                  <a:lnTo>
                    <a:pt x="366270" y="136120"/>
                  </a:lnTo>
                  <a:lnTo>
                    <a:pt x="346387" y="90141"/>
                  </a:lnTo>
                  <a:lnTo>
                    <a:pt x="316178" y="52309"/>
                  </a:lnTo>
                  <a:lnTo>
                    <a:pt x="277839" y="23855"/>
                  </a:lnTo>
                  <a:lnTo>
                    <a:pt x="233566" y="6008"/>
                  </a:lnTo>
                  <a:lnTo>
                    <a:pt x="185553" y="0"/>
                  </a:lnTo>
                  <a:close/>
                </a:path>
              </a:pathLst>
            </a:custGeom>
            <a:solidFill>
              <a:srgbClr val="FFFFFF">
                <a:alpha val="69578"/>
              </a:srgbClr>
            </a:solidFill>
          </p:spPr>
          <p:txBody>
            <a:bodyPr wrap="square" lIns="0" tIns="0" rIns="0" bIns="0" rtlCol="0"/>
            <a:lstStyle/>
            <a:p>
              <a:endParaRPr/>
            </a:p>
          </p:txBody>
        </p:sp>
        <p:sp>
          <p:nvSpPr>
            <p:cNvPr id="21" name="object 21">
              <a:extLst>
                <a:ext uri="{FF2B5EF4-FFF2-40B4-BE49-F238E27FC236}">
                  <a16:creationId xmlns:a16="http://schemas.microsoft.com/office/drawing/2014/main" id="{B2E94F4F-9299-493C-8DE7-F148FB93EDAA}"/>
                </a:ext>
              </a:extLst>
            </p:cNvPr>
            <p:cNvSpPr/>
            <p:nvPr userDrawn="1"/>
          </p:nvSpPr>
          <p:spPr>
            <a:xfrm>
              <a:off x="1703742" y="291388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3"/>
                  </a:lnTo>
                  <a:lnTo>
                    <a:pt x="25478" y="281062"/>
                  </a:lnTo>
                  <a:lnTo>
                    <a:pt x="54659" y="318867"/>
                  </a:lnTo>
                  <a:lnTo>
                    <a:pt x="92428" y="348076"/>
                  </a:lnTo>
                  <a:lnTo>
                    <a:pt x="137008" y="366907"/>
                  </a:lnTo>
                  <a:lnTo>
                    <a:pt x="186620" y="373580"/>
                  </a:lnTo>
                  <a:lnTo>
                    <a:pt x="236232" y="366907"/>
                  </a:lnTo>
                  <a:lnTo>
                    <a:pt x="280811" y="348076"/>
                  </a:lnTo>
                  <a:lnTo>
                    <a:pt x="318581" y="318867"/>
                  </a:lnTo>
                  <a:lnTo>
                    <a:pt x="347761" y="281062"/>
                  </a:lnTo>
                  <a:lnTo>
                    <a:pt x="366573" y="236443"/>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75000"/>
              </a:srgbClr>
            </a:solidFill>
          </p:spPr>
          <p:txBody>
            <a:bodyPr wrap="square" lIns="0" tIns="0" rIns="0" bIns="0" rtlCol="0"/>
            <a:lstStyle/>
            <a:p>
              <a:endParaRPr/>
            </a:p>
          </p:txBody>
        </p:sp>
        <p:sp>
          <p:nvSpPr>
            <p:cNvPr id="22" name="object 22">
              <a:extLst>
                <a:ext uri="{FF2B5EF4-FFF2-40B4-BE49-F238E27FC236}">
                  <a16:creationId xmlns:a16="http://schemas.microsoft.com/office/drawing/2014/main" id="{A1524399-8984-4F80-9EB9-8F76F7B2D886}"/>
                </a:ext>
              </a:extLst>
            </p:cNvPr>
            <p:cNvSpPr/>
            <p:nvPr userDrawn="1"/>
          </p:nvSpPr>
          <p:spPr>
            <a:xfrm>
              <a:off x="2118817" y="7162059"/>
              <a:ext cx="373380" cy="374015"/>
            </a:xfrm>
            <a:custGeom>
              <a:avLst/>
              <a:gdLst/>
              <a:ahLst/>
              <a:cxnLst/>
              <a:rect l="l" t="t" r="r" b="b"/>
              <a:pathLst>
                <a:path w="373380" h="374015">
                  <a:moveTo>
                    <a:pt x="191996" y="0"/>
                  </a:moveTo>
                  <a:lnTo>
                    <a:pt x="142221" y="5324"/>
                  </a:lnTo>
                  <a:lnTo>
                    <a:pt x="95619" y="23610"/>
                  </a:lnTo>
                  <a:lnTo>
                    <a:pt x="56791" y="52508"/>
                  </a:lnTo>
                  <a:lnTo>
                    <a:pt x="27041" y="89864"/>
                  </a:lnTo>
                  <a:lnTo>
                    <a:pt x="7676" y="133528"/>
                  </a:lnTo>
                  <a:lnTo>
                    <a:pt x="0" y="181346"/>
                  </a:lnTo>
                  <a:lnTo>
                    <a:pt x="5318" y="231166"/>
                  </a:lnTo>
                  <a:lnTo>
                    <a:pt x="23588" y="277810"/>
                  </a:lnTo>
                  <a:lnTo>
                    <a:pt x="52459" y="316674"/>
                  </a:lnTo>
                  <a:lnTo>
                    <a:pt x="89781" y="346451"/>
                  </a:lnTo>
                  <a:lnTo>
                    <a:pt x="133405" y="365834"/>
                  </a:lnTo>
                  <a:lnTo>
                    <a:pt x="181180" y="373517"/>
                  </a:lnTo>
                  <a:lnTo>
                    <a:pt x="230954" y="368193"/>
                  </a:lnTo>
                  <a:lnTo>
                    <a:pt x="277556" y="349904"/>
                  </a:lnTo>
                  <a:lnTo>
                    <a:pt x="316384" y="321006"/>
                  </a:lnTo>
                  <a:lnTo>
                    <a:pt x="346134" y="283650"/>
                  </a:lnTo>
                  <a:lnTo>
                    <a:pt x="365500" y="239988"/>
                  </a:lnTo>
                  <a:lnTo>
                    <a:pt x="373176" y="192171"/>
                  </a:lnTo>
                  <a:lnTo>
                    <a:pt x="367857" y="142351"/>
                  </a:lnTo>
                  <a:lnTo>
                    <a:pt x="349588" y="95703"/>
                  </a:lnTo>
                  <a:lnTo>
                    <a:pt x="320717" y="56839"/>
                  </a:lnTo>
                  <a:lnTo>
                    <a:pt x="283394" y="27063"/>
                  </a:lnTo>
                  <a:lnTo>
                    <a:pt x="239770" y="7681"/>
                  </a:lnTo>
                  <a:lnTo>
                    <a:pt x="191996" y="0"/>
                  </a:lnTo>
                  <a:close/>
                </a:path>
              </a:pathLst>
            </a:custGeom>
            <a:solidFill>
              <a:srgbClr val="FFFFFF">
                <a:alpha val="9999"/>
              </a:srgbClr>
            </a:solidFill>
          </p:spPr>
          <p:txBody>
            <a:bodyPr wrap="square" lIns="0" tIns="0" rIns="0" bIns="0" rtlCol="0"/>
            <a:lstStyle/>
            <a:p>
              <a:endParaRPr/>
            </a:p>
          </p:txBody>
        </p:sp>
        <p:sp>
          <p:nvSpPr>
            <p:cNvPr id="23" name="object 23">
              <a:extLst>
                <a:ext uri="{FF2B5EF4-FFF2-40B4-BE49-F238E27FC236}">
                  <a16:creationId xmlns:a16="http://schemas.microsoft.com/office/drawing/2014/main" id="{0BC29067-73E6-4F3E-B55E-4FEF2A0E46DA}"/>
                </a:ext>
              </a:extLst>
            </p:cNvPr>
            <p:cNvSpPr/>
            <p:nvPr userDrawn="1"/>
          </p:nvSpPr>
          <p:spPr>
            <a:xfrm>
              <a:off x="1471181" y="7197873"/>
              <a:ext cx="370205" cy="370840"/>
            </a:xfrm>
            <a:custGeom>
              <a:avLst/>
              <a:gdLst/>
              <a:ahLst/>
              <a:cxnLst/>
              <a:rect l="l" t="t" r="r" b="b"/>
              <a:pathLst>
                <a:path w="370205" h="370840">
                  <a:moveTo>
                    <a:pt x="159741" y="0"/>
                  </a:moveTo>
                  <a:lnTo>
                    <a:pt x="113056" y="12720"/>
                  </a:lnTo>
                  <a:lnTo>
                    <a:pt x="71739" y="36633"/>
                  </a:lnTo>
                  <a:lnTo>
                    <a:pt x="37791" y="70212"/>
                  </a:lnTo>
                  <a:lnTo>
                    <a:pt x="13211" y="111927"/>
                  </a:lnTo>
                  <a:lnTo>
                    <a:pt x="99" y="159889"/>
                  </a:lnTo>
                  <a:lnTo>
                    <a:pt x="0" y="210357"/>
                  </a:lnTo>
                  <a:lnTo>
                    <a:pt x="12708" y="257087"/>
                  </a:lnTo>
                  <a:lnTo>
                    <a:pt x="36600" y="298442"/>
                  </a:lnTo>
                  <a:lnTo>
                    <a:pt x="70148" y="332420"/>
                  </a:lnTo>
                  <a:lnTo>
                    <a:pt x="111825" y="357023"/>
                  </a:lnTo>
                  <a:lnTo>
                    <a:pt x="160106" y="370248"/>
                  </a:lnTo>
                  <a:lnTo>
                    <a:pt x="210164" y="370248"/>
                  </a:lnTo>
                  <a:lnTo>
                    <a:pt x="256851" y="357528"/>
                  </a:lnTo>
                  <a:lnTo>
                    <a:pt x="298170" y="333615"/>
                  </a:lnTo>
                  <a:lnTo>
                    <a:pt x="332120" y="300036"/>
                  </a:lnTo>
                  <a:lnTo>
                    <a:pt x="356700" y="258321"/>
                  </a:lnTo>
                  <a:lnTo>
                    <a:pt x="369811" y="210357"/>
                  </a:lnTo>
                  <a:lnTo>
                    <a:pt x="369911" y="159889"/>
                  </a:lnTo>
                  <a:lnTo>
                    <a:pt x="357201" y="113158"/>
                  </a:lnTo>
                  <a:lnTo>
                    <a:pt x="333309" y="71802"/>
                  </a:lnTo>
                  <a:lnTo>
                    <a:pt x="299759" y="37823"/>
                  </a:lnTo>
                  <a:lnTo>
                    <a:pt x="258079" y="13222"/>
                  </a:lnTo>
                  <a:lnTo>
                    <a:pt x="209793" y="0"/>
                  </a:lnTo>
                  <a:lnTo>
                    <a:pt x="159741" y="0"/>
                  </a:lnTo>
                  <a:close/>
                </a:path>
              </a:pathLst>
            </a:custGeom>
            <a:solidFill>
              <a:srgbClr val="FFFFFF">
                <a:alpha val="14439"/>
              </a:srgbClr>
            </a:solidFill>
          </p:spPr>
          <p:txBody>
            <a:bodyPr wrap="square" lIns="0" tIns="0" rIns="0" bIns="0" rtlCol="0"/>
            <a:lstStyle/>
            <a:p>
              <a:endParaRPr/>
            </a:p>
          </p:txBody>
        </p:sp>
        <p:sp>
          <p:nvSpPr>
            <p:cNvPr id="24" name="object 24">
              <a:extLst>
                <a:ext uri="{FF2B5EF4-FFF2-40B4-BE49-F238E27FC236}">
                  <a16:creationId xmlns:a16="http://schemas.microsoft.com/office/drawing/2014/main" id="{2481671A-CAE0-485F-8BAC-C189E9EB698F}"/>
                </a:ext>
              </a:extLst>
            </p:cNvPr>
            <p:cNvSpPr/>
            <p:nvPr userDrawn="1"/>
          </p:nvSpPr>
          <p:spPr>
            <a:xfrm>
              <a:off x="859241" y="6992732"/>
              <a:ext cx="373380" cy="374015"/>
            </a:xfrm>
            <a:custGeom>
              <a:avLst/>
              <a:gdLst/>
              <a:ahLst/>
              <a:cxnLst/>
              <a:rect l="l" t="t" r="r" b="b"/>
              <a:pathLst>
                <a:path w="373380" h="374015">
                  <a:moveTo>
                    <a:pt x="183168" y="0"/>
                  </a:moveTo>
                  <a:lnTo>
                    <a:pt x="135954" y="7012"/>
                  </a:lnTo>
                  <a:lnTo>
                    <a:pt x="92039" y="25725"/>
                  </a:lnTo>
                  <a:lnTo>
                    <a:pt x="53843" y="55456"/>
                  </a:lnTo>
                  <a:lnTo>
                    <a:pt x="23787" y="95521"/>
                  </a:lnTo>
                  <a:lnTo>
                    <a:pt x="5365" y="142107"/>
                  </a:lnTo>
                  <a:lnTo>
                    <a:pt x="0" y="190238"/>
                  </a:lnTo>
                  <a:lnTo>
                    <a:pt x="7008" y="237493"/>
                  </a:lnTo>
                  <a:lnTo>
                    <a:pt x="25707" y="281448"/>
                  </a:lnTo>
                  <a:lnTo>
                    <a:pt x="55412" y="319680"/>
                  </a:lnTo>
                  <a:lnTo>
                    <a:pt x="95442" y="349767"/>
                  </a:lnTo>
                  <a:lnTo>
                    <a:pt x="141985" y="368202"/>
                  </a:lnTo>
                  <a:lnTo>
                    <a:pt x="190072" y="373571"/>
                  </a:lnTo>
                  <a:lnTo>
                    <a:pt x="237283" y="366558"/>
                  </a:lnTo>
                  <a:lnTo>
                    <a:pt x="281196" y="347843"/>
                  </a:lnTo>
                  <a:lnTo>
                    <a:pt x="319390" y="318112"/>
                  </a:lnTo>
                  <a:lnTo>
                    <a:pt x="349446" y="278047"/>
                  </a:lnTo>
                  <a:lnTo>
                    <a:pt x="367868" y="231461"/>
                  </a:lnTo>
                  <a:lnTo>
                    <a:pt x="373236" y="183330"/>
                  </a:lnTo>
                  <a:lnTo>
                    <a:pt x="366230" y="136076"/>
                  </a:lnTo>
                  <a:lnTo>
                    <a:pt x="347533" y="92123"/>
                  </a:lnTo>
                  <a:lnTo>
                    <a:pt x="317829" y="53894"/>
                  </a:lnTo>
                  <a:lnTo>
                    <a:pt x="277801" y="23811"/>
                  </a:lnTo>
                  <a:lnTo>
                    <a:pt x="231257" y="5372"/>
                  </a:lnTo>
                  <a:lnTo>
                    <a:pt x="183168" y="0"/>
                  </a:lnTo>
                  <a:close/>
                </a:path>
              </a:pathLst>
            </a:custGeom>
            <a:solidFill>
              <a:srgbClr val="FFFFFF">
                <a:alpha val="18888"/>
              </a:srgbClr>
            </a:solidFill>
          </p:spPr>
          <p:txBody>
            <a:bodyPr wrap="square" lIns="0" tIns="0" rIns="0" bIns="0" rtlCol="0"/>
            <a:lstStyle/>
            <a:p>
              <a:endParaRPr/>
            </a:p>
          </p:txBody>
        </p:sp>
        <p:sp>
          <p:nvSpPr>
            <p:cNvPr id="25" name="object 25">
              <a:extLst>
                <a:ext uri="{FF2B5EF4-FFF2-40B4-BE49-F238E27FC236}">
                  <a16:creationId xmlns:a16="http://schemas.microsoft.com/office/drawing/2014/main" id="{C2C50100-E191-42DB-9260-FD8CD20B0EED}"/>
                </a:ext>
              </a:extLst>
            </p:cNvPr>
            <p:cNvSpPr/>
            <p:nvPr userDrawn="1"/>
          </p:nvSpPr>
          <p:spPr>
            <a:xfrm>
              <a:off x="361342" y="6573948"/>
              <a:ext cx="371475" cy="372110"/>
            </a:xfrm>
            <a:custGeom>
              <a:avLst/>
              <a:gdLst/>
              <a:ahLst/>
              <a:cxnLst/>
              <a:rect l="l" t="t" r="r" b="b"/>
              <a:pathLst>
                <a:path w="371475" h="372109">
                  <a:moveTo>
                    <a:pt x="204330" y="0"/>
                  </a:moveTo>
                  <a:lnTo>
                    <a:pt x="156620" y="1313"/>
                  </a:lnTo>
                  <a:lnTo>
                    <a:pt x="110199" y="14976"/>
                  </a:lnTo>
                  <a:lnTo>
                    <a:pt x="67568" y="41239"/>
                  </a:lnTo>
                  <a:lnTo>
                    <a:pt x="33380" y="77835"/>
                  </a:lnTo>
                  <a:lnTo>
                    <a:pt x="10773" y="120653"/>
                  </a:lnTo>
                  <a:lnTo>
                    <a:pt x="0" y="167191"/>
                  </a:lnTo>
                  <a:lnTo>
                    <a:pt x="1312" y="214943"/>
                  </a:lnTo>
                  <a:lnTo>
                    <a:pt x="14962" y="261404"/>
                  </a:lnTo>
                  <a:lnTo>
                    <a:pt x="41202" y="304069"/>
                  </a:lnTo>
                  <a:lnTo>
                    <a:pt x="77764" y="338296"/>
                  </a:lnTo>
                  <a:lnTo>
                    <a:pt x="120546" y="360926"/>
                  </a:lnTo>
                  <a:lnTo>
                    <a:pt x="167043" y="371708"/>
                  </a:lnTo>
                  <a:lnTo>
                    <a:pt x="214754" y="370393"/>
                  </a:lnTo>
                  <a:lnTo>
                    <a:pt x="261175" y="356731"/>
                  </a:lnTo>
                  <a:lnTo>
                    <a:pt x="303801" y="330470"/>
                  </a:lnTo>
                  <a:lnTo>
                    <a:pt x="337994" y="293875"/>
                  </a:lnTo>
                  <a:lnTo>
                    <a:pt x="360602" y="251054"/>
                  </a:lnTo>
                  <a:lnTo>
                    <a:pt x="371374" y="204513"/>
                  </a:lnTo>
                  <a:lnTo>
                    <a:pt x="370060" y="156759"/>
                  </a:lnTo>
                  <a:lnTo>
                    <a:pt x="356408" y="110296"/>
                  </a:lnTo>
                  <a:lnTo>
                    <a:pt x="330168" y="67630"/>
                  </a:lnTo>
                  <a:lnTo>
                    <a:pt x="293607" y="33410"/>
                  </a:lnTo>
                  <a:lnTo>
                    <a:pt x="250827" y="10783"/>
                  </a:lnTo>
                  <a:lnTo>
                    <a:pt x="204330" y="0"/>
                  </a:lnTo>
                  <a:close/>
                </a:path>
              </a:pathLst>
            </a:custGeom>
            <a:solidFill>
              <a:srgbClr val="FFFFFF">
                <a:alpha val="23329"/>
              </a:srgbClr>
            </a:solidFill>
          </p:spPr>
          <p:txBody>
            <a:bodyPr wrap="square" lIns="0" tIns="0" rIns="0" bIns="0" rtlCol="0"/>
            <a:lstStyle/>
            <a:p>
              <a:endParaRPr/>
            </a:p>
          </p:txBody>
        </p:sp>
        <p:sp>
          <p:nvSpPr>
            <p:cNvPr id="26" name="object 26">
              <a:extLst>
                <a:ext uri="{FF2B5EF4-FFF2-40B4-BE49-F238E27FC236}">
                  <a16:creationId xmlns:a16="http://schemas.microsoft.com/office/drawing/2014/main" id="{90B5D792-EABA-4F2B-B82E-916253E81216}"/>
                </a:ext>
              </a:extLst>
            </p:cNvPr>
            <p:cNvSpPr/>
            <p:nvPr userDrawn="1"/>
          </p:nvSpPr>
          <p:spPr>
            <a:xfrm>
              <a:off x="53126" y="6006713"/>
              <a:ext cx="373380" cy="374015"/>
            </a:xfrm>
            <a:custGeom>
              <a:avLst/>
              <a:gdLst/>
              <a:ahLst/>
              <a:cxnLst/>
              <a:rect l="l" t="t" r="r" b="b"/>
              <a:pathLst>
                <a:path w="373380" h="374014">
                  <a:moveTo>
                    <a:pt x="179135" y="0"/>
                  </a:moveTo>
                  <a:lnTo>
                    <a:pt x="129842" y="8722"/>
                  </a:lnTo>
                  <a:lnTo>
                    <a:pt x="84600" y="30159"/>
                  </a:lnTo>
                  <a:lnTo>
                    <a:pt x="47840" y="61651"/>
                  </a:lnTo>
                  <a:lnTo>
                    <a:pt x="20718" y="100960"/>
                  </a:lnTo>
                  <a:lnTo>
                    <a:pt x="4387" y="145850"/>
                  </a:lnTo>
                  <a:lnTo>
                    <a:pt x="0" y="194082"/>
                  </a:lnTo>
                  <a:lnTo>
                    <a:pt x="8710" y="243420"/>
                  </a:lnTo>
                  <a:lnTo>
                    <a:pt x="30131" y="288704"/>
                  </a:lnTo>
                  <a:lnTo>
                    <a:pt x="61595" y="325497"/>
                  </a:lnTo>
                  <a:lnTo>
                    <a:pt x="100868" y="352644"/>
                  </a:lnTo>
                  <a:lnTo>
                    <a:pt x="145715" y="368991"/>
                  </a:lnTo>
                  <a:lnTo>
                    <a:pt x="193902" y="373382"/>
                  </a:lnTo>
                  <a:lnTo>
                    <a:pt x="243195" y="364664"/>
                  </a:lnTo>
                  <a:lnTo>
                    <a:pt x="288438" y="343226"/>
                  </a:lnTo>
                  <a:lnTo>
                    <a:pt x="325199" y="311734"/>
                  </a:lnTo>
                  <a:lnTo>
                    <a:pt x="352323" y="272425"/>
                  </a:lnTo>
                  <a:lnTo>
                    <a:pt x="368655" y="227535"/>
                  </a:lnTo>
                  <a:lnTo>
                    <a:pt x="373041" y="179303"/>
                  </a:lnTo>
                  <a:lnTo>
                    <a:pt x="364327" y="129965"/>
                  </a:lnTo>
                  <a:lnTo>
                    <a:pt x="342910" y="84680"/>
                  </a:lnTo>
                  <a:lnTo>
                    <a:pt x="311446" y="47885"/>
                  </a:lnTo>
                  <a:lnTo>
                    <a:pt x="272173" y="20737"/>
                  </a:lnTo>
                  <a:lnTo>
                    <a:pt x="227324" y="4390"/>
                  </a:lnTo>
                  <a:lnTo>
                    <a:pt x="179135" y="0"/>
                  </a:lnTo>
                  <a:close/>
                </a:path>
              </a:pathLst>
            </a:custGeom>
            <a:solidFill>
              <a:srgbClr val="FFFFFF">
                <a:alpha val="27778"/>
              </a:srgbClr>
            </a:solidFill>
          </p:spPr>
          <p:txBody>
            <a:bodyPr wrap="square" lIns="0" tIns="0" rIns="0" bIns="0" rtlCol="0"/>
            <a:lstStyle/>
            <a:p>
              <a:endParaRPr/>
            </a:p>
          </p:txBody>
        </p:sp>
        <p:sp>
          <p:nvSpPr>
            <p:cNvPr id="27" name="object 27">
              <a:extLst>
                <a:ext uri="{FF2B5EF4-FFF2-40B4-BE49-F238E27FC236}">
                  <a16:creationId xmlns:a16="http://schemas.microsoft.com/office/drawing/2014/main" id="{68304A63-C276-4CC7-A61B-9014790636D2}"/>
                </a:ext>
              </a:extLst>
            </p:cNvPr>
            <p:cNvSpPr/>
            <p:nvPr userDrawn="1"/>
          </p:nvSpPr>
          <p:spPr>
            <a:xfrm>
              <a:off x="1" y="5360384"/>
              <a:ext cx="348615" cy="372745"/>
            </a:xfrm>
            <a:custGeom>
              <a:avLst/>
              <a:gdLst/>
              <a:ahLst/>
              <a:cxnLst/>
              <a:rect l="l" t="t" r="r" b="b"/>
              <a:pathLst>
                <a:path w="348615" h="372745">
                  <a:moveTo>
                    <a:pt x="174410" y="0"/>
                  </a:moveTo>
                  <a:lnTo>
                    <a:pt x="120950" y="4099"/>
                  </a:lnTo>
                  <a:lnTo>
                    <a:pt x="72503" y="22420"/>
                  </a:lnTo>
                  <a:lnTo>
                    <a:pt x="31407" y="52910"/>
                  </a:lnTo>
                  <a:lnTo>
                    <a:pt x="0" y="93520"/>
                  </a:lnTo>
                  <a:lnTo>
                    <a:pt x="0" y="279169"/>
                  </a:lnTo>
                  <a:lnTo>
                    <a:pt x="26930" y="315282"/>
                  </a:lnTo>
                  <a:lnTo>
                    <a:pt x="61762" y="343980"/>
                  </a:lnTo>
                  <a:lnTo>
                    <a:pt x="103100" y="363666"/>
                  </a:lnTo>
                  <a:lnTo>
                    <a:pt x="149551" y="372742"/>
                  </a:lnTo>
                  <a:lnTo>
                    <a:pt x="199496" y="369390"/>
                  </a:lnTo>
                  <a:lnTo>
                    <a:pt x="245230" y="353573"/>
                  </a:lnTo>
                  <a:lnTo>
                    <a:pt x="284859" y="326949"/>
                  </a:lnTo>
                  <a:lnTo>
                    <a:pt x="316489" y="291175"/>
                  </a:lnTo>
                  <a:lnTo>
                    <a:pt x="338228" y="247906"/>
                  </a:lnTo>
                  <a:lnTo>
                    <a:pt x="348182" y="198801"/>
                  </a:lnTo>
                  <a:lnTo>
                    <a:pt x="344836" y="148814"/>
                  </a:lnTo>
                  <a:lnTo>
                    <a:pt x="329036" y="103042"/>
                  </a:lnTo>
                  <a:lnTo>
                    <a:pt x="302436" y="63378"/>
                  </a:lnTo>
                  <a:lnTo>
                    <a:pt x="266694" y="31720"/>
                  </a:lnTo>
                  <a:lnTo>
                    <a:pt x="223467" y="9962"/>
                  </a:lnTo>
                  <a:lnTo>
                    <a:pt x="174410" y="0"/>
                  </a:lnTo>
                  <a:close/>
                </a:path>
              </a:pathLst>
            </a:custGeom>
            <a:solidFill>
              <a:srgbClr val="FFFFFF">
                <a:alpha val="32218"/>
              </a:srgbClr>
            </a:solidFill>
          </p:spPr>
          <p:txBody>
            <a:bodyPr wrap="square" lIns="0" tIns="0" rIns="0" bIns="0" rtlCol="0"/>
            <a:lstStyle/>
            <a:p>
              <a:endParaRPr/>
            </a:p>
          </p:txBody>
        </p:sp>
        <p:sp>
          <p:nvSpPr>
            <p:cNvPr id="28" name="object 28">
              <a:extLst>
                <a:ext uri="{FF2B5EF4-FFF2-40B4-BE49-F238E27FC236}">
                  <a16:creationId xmlns:a16="http://schemas.microsoft.com/office/drawing/2014/main" id="{5654BA81-F810-4513-A609-10D617AC67A0}"/>
                </a:ext>
              </a:extLst>
            </p:cNvPr>
            <p:cNvSpPr/>
            <p:nvPr userDrawn="1"/>
          </p:nvSpPr>
          <p:spPr>
            <a:xfrm>
              <a:off x="138116" y="4735766"/>
              <a:ext cx="372110" cy="372745"/>
            </a:xfrm>
            <a:custGeom>
              <a:avLst/>
              <a:gdLst/>
              <a:ahLst/>
              <a:cxnLst/>
              <a:rect l="l" t="t" r="r" b="b"/>
              <a:pathLst>
                <a:path w="372109" h="372745">
                  <a:moveTo>
                    <a:pt x="169973" y="0"/>
                  </a:moveTo>
                  <a:lnTo>
                    <a:pt x="123341" y="10174"/>
                  </a:lnTo>
                  <a:lnTo>
                    <a:pt x="80783" y="31802"/>
                  </a:lnTo>
                  <a:lnTo>
                    <a:pt x="44671" y="64038"/>
                  </a:lnTo>
                  <a:lnTo>
                    <a:pt x="17373" y="106036"/>
                  </a:lnTo>
                  <a:lnTo>
                    <a:pt x="2121" y="153753"/>
                  </a:lnTo>
                  <a:lnTo>
                    <a:pt x="0" y="202135"/>
                  </a:lnTo>
                  <a:lnTo>
                    <a:pt x="10165" y="248810"/>
                  </a:lnTo>
                  <a:lnTo>
                    <a:pt x="31773" y="291406"/>
                  </a:lnTo>
                  <a:lnTo>
                    <a:pt x="63980" y="327552"/>
                  </a:lnTo>
                  <a:lnTo>
                    <a:pt x="105940" y="354874"/>
                  </a:lnTo>
                  <a:lnTo>
                    <a:pt x="153616" y="370141"/>
                  </a:lnTo>
                  <a:lnTo>
                    <a:pt x="201955" y="372264"/>
                  </a:lnTo>
                  <a:lnTo>
                    <a:pt x="248587" y="362089"/>
                  </a:lnTo>
                  <a:lnTo>
                    <a:pt x="291143" y="340461"/>
                  </a:lnTo>
                  <a:lnTo>
                    <a:pt x="327253" y="308225"/>
                  </a:lnTo>
                  <a:lnTo>
                    <a:pt x="354550" y="266226"/>
                  </a:lnTo>
                  <a:lnTo>
                    <a:pt x="369803" y="218506"/>
                  </a:lnTo>
                  <a:lnTo>
                    <a:pt x="371924" y="170124"/>
                  </a:lnTo>
                  <a:lnTo>
                    <a:pt x="361758" y="123449"/>
                  </a:lnTo>
                  <a:lnTo>
                    <a:pt x="340150" y="80855"/>
                  </a:lnTo>
                  <a:lnTo>
                    <a:pt x="307944" y="44711"/>
                  </a:lnTo>
                  <a:lnTo>
                    <a:pt x="265984" y="17390"/>
                  </a:lnTo>
                  <a:lnTo>
                    <a:pt x="218311" y="2123"/>
                  </a:lnTo>
                  <a:lnTo>
                    <a:pt x="169973" y="0"/>
                  </a:lnTo>
                  <a:close/>
                </a:path>
              </a:pathLst>
            </a:custGeom>
            <a:solidFill>
              <a:srgbClr val="FFFFFF">
                <a:alpha val="36669"/>
              </a:srgbClr>
            </a:solidFill>
          </p:spPr>
          <p:txBody>
            <a:bodyPr wrap="square" lIns="0" tIns="0" rIns="0" bIns="0" rtlCol="0"/>
            <a:lstStyle/>
            <a:p>
              <a:endParaRPr/>
            </a:p>
          </p:txBody>
        </p:sp>
        <p:sp>
          <p:nvSpPr>
            <p:cNvPr id="29" name="object 29">
              <a:extLst>
                <a:ext uri="{FF2B5EF4-FFF2-40B4-BE49-F238E27FC236}">
                  <a16:creationId xmlns:a16="http://schemas.microsoft.com/office/drawing/2014/main" id="{9AD11C6C-C885-4215-8D00-DC2EA7BF6635}"/>
                </a:ext>
              </a:extLst>
            </p:cNvPr>
            <p:cNvSpPr/>
            <p:nvPr userDrawn="1"/>
          </p:nvSpPr>
          <p:spPr>
            <a:xfrm>
              <a:off x="521408" y="4210863"/>
              <a:ext cx="373380" cy="373380"/>
            </a:xfrm>
            <a:custGeom>
              <a:avLst/>
              <a:gdLst/>
              <a:ahLst/>
              <a:cxnLst/>
              <a:rect l="l" t="t" r="r" b="b"/>
              <a:pathLst>
                <a:path w="373380" h="373379">
                  <a:moveTo>
                    <a:pt x="192724" y="0"/>
                  </a:moveTo>
                  <a:lnTo>
                    <a:pt x="145207" y="4499"/>
                  </a:lnTo>
                  <a:lnTo>
                    <a:pt x="99800" y="21233"/>
                  </a:lnTo>
                  <a:lnTo>
                    <a:pt x="59016" y="50287"/>
                  </a:lnTo>
                  <a:lnTo>
                    <a:pt x="27345" y="89082"/>
                  </a:lnTo>
                  <a:lnTo>
                    <a:pt x="7644" y="133315"/>
                  </a:lnTo>
                  <a:lnTo>
                    <a:pt x="0" y="180470"/>
                  </a:lnTo>
                  <a:lnTo>
                    <a:pt x="4494" y="228030"/>
                  </a:lnTo>
                  <a:lnTo>
                    <a:pt x="21213" y="273480"/>
                  </a:lnTo>
                  <a:lnTo>
                    <a:pt x="50241" y="314301"/>
                  </a:lnTo>
                  <a:lnTo>
                    <a:pt x="89000" y="346001"/>
                  </a:lnTo>
                  <a:lnTo>
                    <a:pt x="133193" y="365719"/>
                  </a:lnTo>
                  <a:lnTo>
                    <a:pt x="180305" y="373371"/>
                  </a:lnTo>
                  <a:lnTo>
                    <a:pt x="227822" y="368872"/>
                  </a:lnTo>
                  <a:lnTo>
                    <a:pt x="273230" y="352138"/>
                  </a:lnTo>
                  <a:lnTo>
                    <a:pt x="314014" y="323084"/>
                  </a:lnTo>
                  <a:lnTo>
                    <a:pt x="345685" y="284289"/>
                  </a:lnTo>
                  <a:lnTo>
                    <a:pt x="365385" y="240055"/>
                  </a:lnTo>
                  <a:lnTo>
                    <a:pt x="373030" y="192900"/>
                  </a:lnTo>
                  <a:lnTo>
                    <a:pt x="368535" y="145340"/>
                  </a:lnTo>
                  <a:lnTo>
                    <a:pt x="351816" y="99891"/>
                  </a:lnTo>
                  <a:lnTo>
                    <a:pt x="322789" y="59070"/>
                  </a:lnTo>
                  <a:lnTo>
                    <a:pt x="284029" y="27369"/>
                  </a:lnTo>
                  <a:lnTo>
                    <a:pt x="239836" y="7651"/>
                  </a:lnTo>
                  <a:lnTo>
                    <a:pt x="192724" y="0"/>
                  </a:lnTo>
                  <a:close/>
                </a:path>
              </a:pathLst>
            </a:custGeom>
            <a:solidFill>
              <a:srgbClr val="FFFFFF">
                <a:alpha val="41108"/>
              </a:srgbClr>
            </a:solidFill>
          </p:spPr>
          <p:txBody>
            <a:bodyPr wrap="square" lIns="0" tIns="0" rIns="0" bIns="0" rtlCol="0"/>
            <a:lstStyle/>
            <a:p>
              <a:endParaRPr/>
            </a:p>
          </p:txBody>
        </p:sp>
        <p:sp>
          <p:nvSpPr>
            <p:cNvPr id="30" name="object 30">
              <a:extLst>
                <a:ext uri="{FF2B5EF4-FFF2-40B4-BE49-F238E27FC236}">
                  <a16:creationId xmlns:a16="http://schemas.microsoft.com/office/drawing/2014/main" id="{63DFFC90-839F-47F4-A819-D1FDFE7A5146}"/>
                </a:ext>
              </a:extLst>
            </p:cNvPr>
            <p:cNvSpPr/>
            <p:nvPr userDrawn="1"/>
          </p:nvSpPr>
          <p:spPr>
            <a:xfrm>
              <a:off x="1068137" y="3865392"/>
              <a:ext cx="371475" cy="372110"/>
            </a:xfrm>
            <a:custGeom>
              <a:avLst/>
              <a:gdLst/>
              <a:ahLst/>
              <a:cxnLst/>
              <a:rect l="l" t="t" r="r" b="b"/>
              <a:pathLst>
                <a:path w="371475" h="372110">
                  <a:moveTo>
                    <a:pt x="165692" y="0"/>
                  </a:moveTo>
                  <a:lnTo>
                    <a:pt x="117100" y="12020"/>
                  </a:lnTo>
                  <a:lnTo>
                    <a:pt x="73398" y="36454"/>
                  </a:lnTo>
                  <a:lnTo>
                    <a:pt x="38836" y="70349"/>
                  </a:lnTo>
                  <a:lnTo>
                    <a:pt x="14414" y="111394"/>
                  </a:lnTo>
                  <a:lnTo>
                    <a:pt x="1135" y="157280"/>
                  </a:lnTo>
                  <a:lnTo>
                    <a:pt x="0" y="205698"/>
                  </a:lnTo>
                  <a:lnTo>
                    <a:pt x="12009" y="254338"/>
                  </a:lnTo>
                  <a:lnTo>
                    <a:pt x="36421" y="298080"/>
                  </a:lnTo>
                  <a:lnTo>
                    <a:pt x="70284" y="332674"/>
                  </a:lnTo>
                  <a:lnTo>
                    <a:pt x="111292" y="357118"/>
                  </a:lnTo>
                  <a:lnTo>
                    <a:pt x="157137" y="370409"/>
                  </a:lnTo>
                  <a:lnTo>
                    <a:pt x="205511" y="371546"/>
                  </a:lnTo>
                  <a:lnTo>
                    <a:pt x="254107" y="359525"/>
                  </a:lnTo>
                  <a:lnTo>
                    <a:pt x="297805" y="335091"/>
                  </a:lnTo>
                  <a:lnTo>
                    <a:pt x="332366" y="301197"/>
                  </a:lnTo>
                  <a:lnTo>
                    <a:pt x="356789" y="260152"/>
                  </a:lnTo>
                  <a:lnTo>
                    <a:pt x="370069" y="214265"/>
                  </a:lnTo>
                  <a:lnTo>
                    <a:pt x="371206" y="165847"/>
                  </a:lnTo>
                  <a:lnTo>
                    <a:pt x="359197" y="117207"/>
                  </a:lnTo>
                  <a:lnTo>
                    <a:pt x="334781" y="73465"/>
                  </a:lnTo>
                  <a:lnTo>
                    <a:pt x="300915" y="38871"/>
                  </a:lnTo>
                  <a:lnTo>
                    <a:pt x="259906" y="14427"/>
                  </a:lnTo>
                  <a:lnTo>
                    <a:pt x="214063" y="1136"/>
                  </a:lnTo>
                  <a:lnTo>
                    <a:pt x="165692" y="0"/>
                  </a:lnTo>
                  <a:close/>
                </a:path>
              </a:pathLst>
            </a:custGeom>
            <a:solidFill>
              <a:srgbClr val="FFFFFF">
                <a:alpha val="45559"/>
              </a:srgbClr>
            </a:solidFill>
          </p:spPr>
          <p:txBody>
            <a:bodyPr wrap="square" lIns="0" tIns="0" rIns="0" bIns="0" rtlCol="0"/>
            <a:lstStyle/>
            <a:p>
              <a:endParaRPr/>
            </a:p>
          </p:txBody>
        </p:sp>
        <p:sp>
          <p:nvSpPr>
            <p:cNvPr id="31" name="object 31">
              <a:extLst>
                <a:ext uri="{FF2B5EF4-FFF2-40B4-BE49-F238E27FC236}">
                  <a16:creationId xmlns:a16="http://schemas.microsoft.com/office/drawing/2014/main" id="{A499C266-790D-45F2-BD24-25587058745C}"/>
                </a:ext>
              </a:extLst>
            </p:cNvPr>
            <p:cNvSpPr/>
            <p:nvPr userDrawn="1"/>
          </p:nvSpPr>
          <p:spPr>
            <a:xfrm>
              <a:off x="1703742" y="3744054"/>
              <a:ext cx="373380" cy="374015"/>
            </a:xfrm>
            <a:custGeom>
              <a:avLst/>
              <a:gdLst/>
              <a:ahLst/>
              <a:cxnLst/>
              <a:rect l="l" t="t" r="r" b="b"/>
              <a:pathLst>
                <a:path w="373380" h="374014">
                  <a:moveTo>
                    <a:pt x="186620" y="0"/>
                  </a:moveTo>
                  <a:lnTo>
                    <a:pt x="137008" y="6672"/>
                  </a:lnTo>
                  <a:lnTo>
                    <a:pt x="92428" y="25501"/>
                  </a:lnTo>
                  <a:lnTo>
                    <a:pt x="54659" y="54708"/>
                  </a:lnTo>
                  <a:lnTo>
                    <a:pt x="25478" y="92512"/>
                  </a:lnTo>
                  <a:lnTo>
                    <a:pt x="6666" y="137133"/>
                  </a:lnTo>
                  <a:lnTo>
                    <a:pt x="0" y="186790"/>
                  </a:lnTo>
                  <a:lnTo>
                    <a:pt x="6666" y="236447"/>
                  </a:lnTo>
                  <a:lnTo>
                    <a:pt x="25478" y="281067"/>
                  </a:lnTo>
                  <a:lnTo>
                    <a:pt x="54659" y="318871"/>
                  </a:lnTo>
                  <a:lnTo>
                    <a:pt x="92428" y="348078"/>
                  </a:lnTo>
                  <a:lnTo>
                    <a:pt x="137008" y="366908"/>
                  </a:lnTo>
                  <a:lnTo>
                    <a:pt x="186620" y="373580"/>
                  </a:lnTo>
                  <a:lnTo>
                    <a:pt x="236232" y="366908"/>
                  </a:lnTo>
                  <a:lnTo>
                    <a:pt x="280811" y="348078"/>
                  </a:lnTo>
                  <a:lnTo>
                    <a:pt x="318581" y="318871"/>
                  </a:lnTo>
                  <a:lnTo>
                    <a:pt x="347761" y="281067"/>
                  </a:lnTo>
                  <a:lnTo>
                    <a:pt x="366573" y="236447"/>
                  </a:lnTo>
                  <a:lnTo>
                    <a:pt x="373239" y="186790"/>
                  </a:lnTo>
                  <a:lnTo>
                    <a:pt x="366573" y="137133"/>
                  </a:lnTo>
                  <a:lnTo>
                    <a:pt x="347761" y="92512"/>
                  </a:lnTo>
                  <a:lnTo>
                    <a:pt x="318581" y="54708"/>
                  </a:lnTo>
                  <a:lnTo>
                    <a:pt x="280811" y="25501"/>
                  </a:lnTo>
                  <a:lnTo>
                    <a:pt x="236232" y="6672"/>
                  </a:lnTo>
                  <a:lnTo>
                    <a:pt x="186620" y="0"/>
                  </a:lnTo>
                  <a:close/>
                </a:path>
              </a:pathLst>
            </a:custGeom>
            <a:solidFill>
              <a:srgbClr val="FFFFFF">
                <a:alpha val="50000"/>
              </a:srgbClr>
            </a:solidFill>
          </p:spPr>
          <p:txBody>
            <a:bodyPr wrap="square" lIns="0" tIns="0" rIns="0" bIns="0" rtlCol="0"/>
            <a:lstStyle/>
            <a:p>
              <a:endParaRPr/>
            </a:p>
          </p:txBody>
        </p:sp>
      </p:grpSp>
      <p:pic>
        <p:nvPicPr>
          <p:cNvPr id="32" name="Picture 31">
            <a:extLst>
              <a:ext uri="{FF2B5EF4-FFF2-40B4-BE49-F238E27FC236}">
                <a16:creationId xmlns:a16="http://schemas.microsoft.com/office/drawing/2014/main" id="{8D9FBEE0-0A00-4619-8257-DCBA4600E8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34" name="Slide Number">
            <a:extLst>
              <a:ext uri="{FF2B5EF4-FFF2-40B4-BE49-F238E27FC236}">
                <a16:creationId xmlns:a16="http://schemas.microsoft.com/office/drawing/2014/main" id="{12E5CBB7-3F60-4255-B7D4-36B51D87898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35" name="Footer Placeholder 8">
            <a:extLst>
              <a:ext uri="{FF2B5EF4-FFF2-40B4-BE49-F238E27FC236}">
                <a16:creationId xmlns:a16="http://schemas.microsoft.com/office/drawing/2014/main" id="{8AE59EE9-162B-4683-9334-244CCCEED3D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502543240"/>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litscreen Gray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nvGrpSpPr>
          <p:cNvPr id="4" name="Group 3">
            <a:extLst>
              <a:ext uri="{FF2B5EF4-FFF2-40B4-BE49-F238E27FC236}">
                <a16:creationId xmlns:a16="http://schemas.microsoft.com/office/drawing/2014/main" id="{BFC845FD-1279-4C3B-8F5D-7EC039CEA440}"/>
              </a:ext>
            </a:extLst>
          </p:cNvPr>
          <p:cNvGrpSpPr/>
          <p:nvPr userDrawn="1"/>
        </p:nvGrpSpPr>
        <p:grpSpPr>
          <a:xfrm>
            <a:off x="0" y="0"/>
            <a:ext cx="14785256" cy="13716000"/>
            <a:chOff x="0" y="0"/>
            <a:chExt cx="14785256" cy="13716000"/>
          </a:xfrm>
        </p:grpSpPr>
        <p:pic>
          <p:nvPicPr>
            <p:cNvPr id="3" name="Picture 2">
              <a:extLst>
                <a:ext uri="{FF2B5EF4-FFF2-40B4-BE49-F238E27FC236}">
                  <a16:creationId xmlns:a16="http://schemas.microsoft.com/office/drawing/2014/main" id="{8551CB16-AEE5-48A9-A50B-48785CBB0D6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14785256" cy="7658100"/>
            </a:xfrm>
            <a:prstGeom prst="rect">
              <a:avLst/>
            </a:prstGeom>
          </p:spPr>
        </p:pic>
        <p:pic>
          <p:nvPicPr>
            <p:cNvPr id="13" name="Picture 12">
              <a:extLst>
                <a:ext uri="{FF2B5EF4-FFF2-40B4-BE49-F238E27FC236}">
                  <a16:creationId xmlns:a16="http://schemas.microsoft.com/office/drawing/2014/main" id="{93F1D2C8-2253-462D-8125-D8FD33E361AF}"/>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7492181"/>
              <a:ext cx="14785256" cy="6223819"/>
            </a:xfrm>
            <a:prstGeom prst="rect">
              <a:avLst/>
            </a:prstGeom>
          </p:spPr>
        </p:pic>
      </p:gr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3E5416C-CE59-4C37-9F4B-E146BF3F192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6" name="Slide Number">
            <a:extLst>
              <a:ext uri="{FF2B5EF4-FFF2-40B4-BE49-F238E27FC236}">
                <a16:creationId xmlns:a16="http://schemas.microsoft.com/office/drawing/2014/main" id="{D1D898F4-F7EC-4E64-A502-BB1C7FE813E9}"/>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7" name="Footer Placeholder 8">
            <a:extLst>
              <a:ext uri="{FF2B5EF4-FFF2-40B4-BE49-F238E27FC236}">
                <a16:creationId xmlns:a16="http://schemas.microsoft.com/office/drawing/2014/main" id="{5388B950-0B18-400A-88CA-3EA980836F3A}"/>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289404965"/>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litscreen Gray Right">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5CA99B2-5A3C-40B0-8B19-222A53F64709}"/>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6" name="Picture 15">
            <a:extLst>
              <a:ext uri="{FF2B5EF4-FFF2-40B4-BE49-F238E27FC236}">
                <a16:creationId xmlns:a16="http://schemas.microsoft.com/office/drawing/2014/main" id="{D6D59529-B991-4EF1-9B77-26FA5DBB46E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6247D980-747E-4E92-8744-4B67E66A1E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10" name="Slide Number">
            <a:extLst>
              <a:ext uri="{FF2B5EF4-FFF2-40B4-BE49-F238E27FC236}">
                <a16:creationId xmlns:a16="http://schemas.microsoft.com/office/drawing/2014/main" id="{36C6D819-52BC-4A6A-9893-EEB0C1D97D41}"/>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3" name="Footer Placeholder 8">
            <a:extLst>
              <a:ext uri="{FF2B5EF4-FFF2-40B4-BE49-F238E27FC236}">
                <a16:creationId xmlns:a16="http://schemas.microsoft.com/office/drawing/2014/main" id="{D5995C3A-8369-4BB6-9E5E-A40C9088F692}"/>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781083662"/>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litscreen Green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pic>
        <p:nvPicPr>
          <p:cNvPr id="14" name="Picture 13">
            <a:extLst>
              <a:ext uri="{FF2B5EF4-FFF2-40B4-BE49-F238E27FC236}">
                <a16:creationId xmlns:a16="http://schemas.microsoft.com/office/drawing/2014/main" id="{5DD3FA69-ED76-43F4-BF22-8CB2EAD09CA6}"/>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7" name="Picture 6">
            <a:extLst>
              <a:ext uri="{FF2B5EF4-FFF2-40B4-BE49-F238E27FC236}">
                <a16:creationId xmlns:a16="http://schemas.microsoft.com/office/drawing/2014/main" id="{CC8CD9E9-A3C8-4C26-85E9-08FFC36DB3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sp>
        <p:nvSpPr>
          <p:cNvPr id="9" name="Slide Number">
            <a:extLst>
              <a:ext uri="{FF2B5EF4-FFF2-40B4-BE49-F238E27FC236}">
                <a16:creationId xmlns:a16="http://schemas.microsoft.com/office/drawing/2014/main" id="{213D6958-433E-4DAE-9354-29D11762BD08}"/>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82ABF0F-A567-4FD1-B68B-E45C188AFE8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2156680755"/>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litscreen Green Right">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AB76B32-2FC6-4BBD-AF81-9BEE5222B51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322E6C02-E5CF-4E11-8CD7-C86D8406E86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userDrawn="1">
            <p:ph type="body" sz="quarter" idx="12"/>
          </p:nvPr>
        </p:nvSpPr>
        <p:spPr>
          <a:xfrm>
            <a:off x="1408670" y="2057400"/>
            <a:ext cx="9366422" cy="9601200"/>
          </a:xfrm>
        </p:spPr>
        <p:txBody>
          <a:bodyPr/>
          <a:lstStyle>
            <a:lvl1pPr>
              <a:defRPr b="1"/>
            </a:lvl1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userDrawn="1">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33F70AA3-75FF-4509-B25D-75814C72D7D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
        <p:nvSpPr>
          <p:cNvPr id="11" name="Slide Number">
            <a:extLst>
              <a:ext uri="{FF2B5EF4-FFF2-40B4-BE49-F238E27FC236}">
                <a16:creationId xmlns:a16="http://schemas.microsoft.com/office/drawing/2014/main" id="{92D1D4C1-3846-4DCB-83C1-BE2E7D4289D6}"/>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84DECC05-5763-43D3-B234-A4B1D8B45EB6}"/>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737205857"/>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plitscreen Green Gray">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D1346C-2FAB-435C-B732-77AF6CF2D3EB}"/>
              </a:ext>
            </a:extLst>
          </p:cNvPr>
          <p:cNvSpPr/>
          <p:nvPr userDrawn="1"/>
        </p:nvSpPr>
        <p:spPr>
          <a:xfrm>
            <a:off x="12163301" y="0"/>
            <a:ext cx="12220699"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3594015" y="2057400"/>
            <a:ext cx="9611979"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1" name="Rectangle 10">
            <a:extLst>
              <a:ext uri="{FF2B5EF4-FFF2-40B4-BE49-F238E27FC236}">
                <a16:creationId xmlns:a16="http://schemas.microsoft.com/office/drawing/2014/main" id="{252A21E6-C700-F04A-AFBF-D249BF836C0A}"/>
              </a:ext>
            </a:extLst>
          </p:cNvPr>
          <p:cNvSpPr/>
          <p:nvPr userDrawn="1"/>
        </p:nvSpPr>
        <p:spPr>
          <a:xfrm>
            <a:off x="0"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977895"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10" name="Picture 9">
            <a:extLst>
              <a:ext uri="{FF2B5EF4-FFF2-40B4-BE49-F238E27FC236}">
                <a16:creationId xmlns:a16="http://schemas.microsoft.com/office/drawing/2014/main" id="{E76BC7A2-0620-4BA6-8249-191150B825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647149" y="12680950"/>
            <a:ext cx="2285173" cy="634770"/>
          </a:xfrm>
          <a:prstGeom prst="rect">
            <a:avLst/>
          </a:prstGeom>
        </p:spPr>
      </p:pic>
      <p:pic>
        <p:nvPicPr>
          <p:cNvPr id="17" name="Picture 16">
            <a:extLst>
              <a:ext uri="{FF2B5EF4-FFF2-40B4-BE49-F238E27FC236}">
                <a16:creationId xmlns:a16="http://schemas.microsoft.com/office/drawing/2014/main" id="{67B49DAD-ADEE-4E34-9A21-48F4E03F0CA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5400000">
            <a:off x="-4000500" y="4000500"/>
            <a:ext cx="13716000" cy="5715000"/>
          </a:xfrm>
          <a:prstGeom prst="rect">
            <a:avLst/>
          </a:prstGeom>
        </p:spPr>
      </p:pic>
      <p:sp>
        <p:nvSpPr>
          <p:cNvPr id="13" name="Slide Number">
            <a:extLst>
              <a:ext uri="{FF2B5EF4-FFF2-40B4-BE49-F238E27FC236}">
                <a16:creationId xmlns:a16="http://schemas.microsoft.com/office/drawing/2014/main" id="{80991388-169C-4E84-9C78-D35FEB0CA1CE}"/>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4" name="Footer Placeholder 8">
            <a:extLst>
              <a:ext uri="{FF2B5EF4-FFF2-40B4-BE49-F238E27FC236}">
                <a16:creationId xmlns:a16="http://schemas.microsoft.com/office/drawing/2014/main" id="{320C4448-53D6-47E7-B1A8-457C7DD4EC6B}"/>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371137859"/>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plitscreen Gray Green">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464F06-6FAA-4C91-B11A-274A5DB9DDB3}"/>
              </a:ext>
            </a:extLst>
          </p:cNvPr>
          <p:cNvSpPr/>
          <p:nvPr userDrawn="1"/>
        </p:nvSpPr>
        <p:spPr>
          <a:xfrm>
            <a:off x="10405" y="0"/>
            <a:ext cx="12142491" cy="137160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7" name="Rectangle 6">
            <a:extLst>
              <a:ext uri="{FF2B5EF4-FFF2-40B4-BE49-F238E27FC236}">
                <a16:creationId xmlns:a16="http://schemas.microsoft.com/office/drawing/2014/main" id="{8E88FD16-8D36-496F-8B69-A3E04828FE8A}"/>
              </a:ext>
            </a:extLst>
          </p:cNvPr>
          <p:cNvSpPr/>
          <p:nvPr userDrawn="1"/>
        </p:nvSpPr>
        <p:spPr>
          <a:xfrm>
            <a:off x="12152896" y="0"/>
            <a:ext cx="12220699" cy="13716000"/>
          </a:xfrm>
          <a:prstGeom prst="rect">
            <a:avLst/>
          </a:prstGeom>
          <a:solidFill>
            <a:srgbClr val="00C895"/>
          </a:solidFill>
          <a:ln w="12700" cap="flat">
            <a:noFill/>
            <a:miter lim="400000"/>
          </a:ln>
          <a:effectLst>
            <a:innerShdw blurRad="76200" dist="38100" dir="5400000">
              <a:prstClr val="black">
                <a:alpha val="30000"/>
              </a:prstClr>
            </a:inn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22" name="Text Placeholder 7">
            <a:extLst>
              <a:ext uri="{FF2B5EF4-FFF2-40B4-BE49-F238E27FC236}">
                <a16:creationId xmlns:a16="http://schemas.microsoft.com/office/drawing/2014/main" id="{25A7B58D-A6EC-43C9-8E17-BEE465D370F2}"/>
              </a:ext>
            </a:extLst>
          </p:cNvPr>
          <p:cNvSpPr>
            <a:spLocks noGrp="1"/>
          </p:cNvSpPr>
          <p:nvPr>
            <p:ph type="body" sz="quarter" idx="12"/>
          </p:nvPr>
        </p:nvSpPr>
        <p:spPr>
          <a:xfrm>
            <a:off x="1408670" y="2057400"/>
            <a:ext cx="9366422" cy="9601200"/>
          </a:xfrm>
        </p:spPr>
        <p:txBody>
          <a:bodyPr/>
          <a:lstStyle>
            <a:lvl1pPr>
              <a:defRPr b="1">
                <a:solidFill>
                  <a:schemeClr val="bg1"/>
                </a:solidFill>
              </a:defRPr>
            </a:lvl1pPr>
            <a:lvl2pPr>
              <a:defRPr>
                <a:solidFill>
                  <a:schemeClr val="bg1"/>
                </a:solidFill>
              </a:defRPr>
            </a:lvl2pPr>
            <a:lvl3pPr>
              <a:defRPr>
                <a:solidFill>
                  <a:schemeClr val="bg1"/>
                </a:solidFill>
              </a:defRPr>
            </a:lvl3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3141196" y="4904587"/>
            <a:ext cx="10167900" cy="1953413"/>
          </a:xfrm>
        </p:spPr>
        <p:txBody>
          <a:bodyPr anchor="ctr" anchorCtr="0"/>
          <a:lstStyle>
            <a:lvl1pPr>
              <a:lnSpc>
                <a:spcPct val="90000"/>
              </a:lnSpc>
              <a:defRPr sz="11500" b="1">
                <a:solidFill>
                  <a:schemeClr val="bg1"/>
                </a:solidFill>
                <a:latin typeface="Times" panose="02020603050405020304" pitchFamily="18" charset="0"/>
                <a:cs typeface="Times" panose="02020603050405020304" pitchFamily="18" charset="0"/>
              </a:defRPr>
            </a:lvl1pPr>
          </a:lstStyle>
          <a:p>
            <a:r>
              <a:rPr lang="en-US"/>
              <a:t>Click to edit Master title style</a:t>
            </a:r>
          </a:p>
        </p:txBody>
      </p:sp>
      <p:pic>
        <p:nvPicPr>
          <p:cNvPr id="9" name="Picture 8">
            <a:extLst>
              <a:ext uri="{FF2B5EF4-FFF2-40B4-BE49-F238E27FC236}">
                <a16:creationId xmlns:a16="http://schemas.microsoft.com/office/drawing/2014/main" id="{A5E53D82-5D52-490A-878B-FD5555C8906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pic>
        <p:nvPicPr>
          <p:cNvPr id="13" name="Picture 12">
            <a:extLst>
              <a:ext uri="{FF2B5EF4-FFF2-40B4-BE49-F238E27FC236}">
                <a16:creationId xmlns:a16="http://schemas.microsoft.com/office/drawing/2014/main" id="{E67541A7-0357-4898-A489-02422666661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0" y="0"/>
            <a:ext cx="3429000" cy="7658100"/>
          </a:xfrm>
          <a:prstGeom prst="rect">
            <a:avLst/>
          </a:prstGeom>
        </p:spPr>
      </p:pic>
      <p:pic>
        <p:nvPicPr>
          <p:cNvPr id="14" name="Picture 13">
            <a:extLst>
              <a:ext uri="{FF2B5EF4-FFF2-40B4-BE49-F238E27FC236}">
                <a16:creationId xmlns:a16="http://schemas.microsoft.com/office/drawing/2014/main" id="{93C76C89-5D27-4207-BEDD-81EBA739F010}"/>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a:xfrm rot="10800000">
            <a:off x="-2" y="7492179"/>
            <a:ext cx="3616037" cy="6223819"/>
          </a:xfrm>
          <a:prstGeom prst="rect">
            <a:avLst/>
          </a:prstGeom>
        </p:spPr>
      </p:pic>
      <p:sp>
        <p:nvSpPr>
          <p:cNvPr id="11" name="Slide Number">
            <a:extLst>
              <a:ext uri="{FF2B5EF4-FFF2-40B4-BE49-F238E27FC236}">
                <a16:creationId xmlns:a16="http://schemas.microsoft.com/office/drawing/2014/main" id="{F8EF72D2-02CF-445A-A87B-F3BCA936F52B}"/>
              </a:ext>
            </a:extLst>
          </p:cNvPr>
          <p:cNvSpPr txBox="1">
            <a:spLocks noGrp="1"/>
          </p:cNvSpPr>
          <p:nvPr>
            <p:ph type="sldNum" sz="quarter" idx="2"/>
          </p:nvPr>
        </p:nvSpPr>
        <p:spPr>
          <a:xfrm>
            <a:off x="259262" y="12367390"/>
            <a:ext cx="604333" cy="584775"/>
          </a:xfrm>
          <a:prstGeom prst="rect">
            <a:avLst/>
          </a:prstGeom>
          <a:ln w="12700">
            <a:miter lim="400000"/>
          </a:ln>
        </p:spPr>
        <p:txBody>
          <a:bodyPr wrap="none" lIns="76200" tIns="76200" rIns="76200" bIns="76200">
            <a:spAutoFit/>
          </a:bodyPr>
          <a:lstStyle>
            <a:lvl1pPr>
              <a:defRPr sz="28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5" name="Footer Placeholder 8">
            <a:extLst>
              <a:ext uri="{FF2B5EF4-FFF2-40B4-BE49-F238E27FC236}">
                <a16:creationId xmlns:a16="http://schemas.microsoft.com/office/drawing/2014/main" id="{FD8E937F-B365-4E1D-8E7F-4B4018532619}"/>
              </a:ext>
            </a:extLst>
          </p:cNvPr>
          <p:cNvSpPr>
            <a:spLocks noGrp="1"/>
          </p:cNvSpPr>
          <p:nvPr>
            <p:ph type="ftr" sz="quarter" idx="3"/>
          </p:nvPr>
        </p:nvSpPr>
        <p:spPr>
          <a:xfrm>
            <a:off x="259262" y="12965895"/>
            <a:ext cx="2636338" cy="584775"/>
          </a:xfrm>
          <a:prstGeom prst="rect">
            <a:avLst/>
          </a:prstGeom>
        </p:spPr>
        <p:txBody>
          <a:bodyPr vert="horz" lIns="91440" tIns="45720" rIns="91440" bIns="45720" rtlCol="0" anchor="b"/>
          <a:lstStyle>
            <a:lvl1pPr algn="l">
              <a:lnSpc>
                <a:spcPct val="90000"/>
              </a:lnSpc>
              <a:defRPr sz="1600">
                <a:solidFill>
                  <a:schemeClr val="bg1"/>
                </a:solidFill>
              </a:defRPr>
            </a:lvl1pPr>
          </a:lstStyle>
          <a:p>
            <a:r>
              <a:rPr lang="en-US"/>
              <a:t>© Solace</a:t>
            </a:r>
          </a:p>
          <a:p>
            <a:r>
              <a:rPr lang="en-US"/>
              <a:t>Proprietary &amp; Confidential</a:t>
            </a:r>
          </a:p>
        </p:txBody>
      </p:sp>
    </p:spTree>
    <p:extLst>
      <p:ext uri="{BB962C8B-B14F-4D97-AF65-F5344CB8AC3E}">
        <p14:creationId xmlns:p14="http://schemas.microsoft.com/office/powerpoint/2010/main" val="3179107279"/>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62049" y="184892"/>
            <a:ext cx="21686278" cy="2047876"/>
          </a:xfrm>
          <a:prstGeom prst="rect">
            <a:avLst/>
          </a:prstGeom>
        </p:spPr>
        <p:txBody>
          <a:bodyPr anchor="ctr" anchorCtr="0"/>
          <a:lstStyle>
            <a:lvl1pPr algn="l">
              <a:defRPr sz="8000">
                <a:solidFill>
                  <a:srgbClr val="333333"/>
                </a:solidFill>
              </a:defRPr>
            </a:lvl1pPr>
          </a:lstStyle>
          <a:p>
            <a:r>
              <a:rPr lang="en-US"/>
              <a:t>Click to edit Master title style</a:t>
            </a:r>
          </a:p>
        </p:txBody>
      </p:sp>
    </p:spTree>
    <p:extLst>
      <p:ext uri="{BB962C8B-B14F-4D97-AF65-F5344CB8AC3E}">
        <p14:creationId xmlns:p14="http://schemas.microsoft.com/office/powerpoint/2010/main" val="34831345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Blank">
    <p:bg>
      <p:bgPr>
        <a:solidFill>
          <a:srgbClr val="FFFFFF"/>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D0E152-92A0-F24E-BF5B-D6430011F129}"/>
              </a:ext>
            </a:extLst>
          </p:cNvPr>
          <p:cNvSpPr>
            <a:spLocks noGrp="1"/>
          </p:cNvSpPr>
          <p:nvPr>
            <p:ph type="sldNum" sz="quarter" idx="12"/>
          </p:nvPr>
        </p:nvSpPr>
        <p:spPr/>
        <p:txBody>
          <a:bodyPr/>
          <a:lstStyle/>
          <a:p>
            <a:fld id="{86CB4B4D-7CA3-9044-876B-883B54F8677D}" type="slidenum">
              <a:rPr lang="en-US" smtClean="0"/>
              <a:pPr/>
              <a:t>‹#›</a:t>
            </a:fld>
            <a:endParaRPr lang="en-US"/>
          </a:p>
        </p:txBody>
      </p:sp>
      <p:sp>
        <p:nvSpPr>
          <p:cNvPr id="3" name="Footer Placeholder 2">
            <a:extLst>
              <a:ext uri="{FF2B5EF4-FFF2-40B4-BE49-F238E27FC236}">
                <a16:creationId xmlns:a16="http://schemas.microsoft.com/office/drawing/2014/main" id="{36FCAC5A-CE2E-7C4A-9640-D1F87323EF47}"/>
              </a:ext>
            </a:extLst>
          </p:cNvPr>
          <p:cNvSpPr>
            <a:spLocks noGrp="1"/>
          </p:cNvSpPr>
          <p:nvPr>
            <p:ph type="ftr" sz="quarter" idx="15"/>
          </p:nvPr>
        </p:nvSpPr>
        <p:spPr/>
        <p:txBody>
          <a:bodyPr/>
          <a:lstStyle/>
          <a:p>
            <a:r>
              <a:rPr lang="en-US" sz="1800"/>
              <a:t>©Solace — Confidential</a:t>
            </a:r>
          </a:p>
        </p:txBody>
      </p:sp>
    </p:spTree>
    <p:extLst>
      <p:ext uri="{BB962C8B-B14F-4D97-AF65-F5344CB8AC3E}">
        <p14:creationId xmlns:p14="http://schemas.microsoft.com/office/powerpoint/2010/main" val="254616740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0" y="2180898"/>
            <a:ext cx="6400800" cy="1153510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7292747" y="2674620"/>
            <a:ext cx="7772400" cy="962152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487680" y="2674619"/>
            <a:ext cx="5486400" cy="962152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1196521" y="177138"/>
            <a:ext cx="22295531" cy="1953413"/>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15719652" y="2674620"/>
            <a:ext cx="7772400" cy="962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a:extLst>
              <a:ext uri="{FF2B5EF4-FFF2-40B4-BE49-F238E27FC236}">
                <a16:creationId xmlns:a16="http://schemas.microsoft.com/office/drawing/2014/main" id="{1A051EEE-155A-45B5-9A02-8CED6140336D}"/>
              </a:ext>
            </a:extLst>
          </p:cNvPr>
          <p:cNvSpPr txBox="1">
            <a:spLocks noGrp="1"/>
          </p:cNvSpPr>
          <p:nvPr>
            <p:ph type="sldNum" sz="quarter" idx="2"/>
          </p:nvPr>
        </p:nvSpPr>
        <p:spPr>
          <a:xfrm>
            <a:off x="284352" y="12537609"/>
            <a:ext cx="668453" cy="646331"/>
          </a:xfrm>
          <a:prstGeom prst="rect">
            <a:avLst/>
          </a:prstGeom>
          <a:ln w="12700">
            <a:miter lim="400000"/>
          </a:ln>
        </p:spPr>
        <p:txBody>
          <a:bodyPr wrap="none" lIns="76200" tIns="76200" rIns="76200" bIns="76200" anchor="b" anchorCtr="0">
            <a:spAutoFit/>
          </a:bodyPr>
          <a:lstStyle>
            <a:lvl1pPr>
              <a:defRPr sz="32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10" name="Footer Placeholder 8">
            <a:extLst>
              <a:ext uri="{FF2B5EF4-FFF2-40B4-BE49-F238E27FC236}">
                <a16:creationId xmlns:a16="http://schemas.microsoft.com/office/drawing/2014/main" id="{92BCACAC-261E-42C0-9717-559AC0988ECA}"/>
              </a:ext>
            </a:extLst>
          </p:cNvPr>
          <p:cNvSpPr>
            <a:spLocks noGrp="1"/>
          </p:cNvSpPr>
          <p:nvPr>
            <p:ph type="ftr" sz="quarter" idx="3"/>
          </p:nvPr>
        </p:nvSpPr>
        <p:spPr>
          <a:xfrm>
            <a:off x="284352" y="13142665"/>
            <a:ext cx="2443983" cy="407510"/>
          </a:xfrm>
          <a:prstGeom prst="rect">
            <a:avLst/>
          </a:prstGeom>
        </p:spPr>
        <p:txBody>
          <a:bodyPr vert="horz" lIns="91440" tIns="45720" rIns="91440" bIns="45720" rtlCol="0" anchor="t" anchorCtr="0"/>
          <a:lstStyle>
            <a:lvl1pPr algn="l">
              <a:lnSpc>
                <a:spcPct val="80000"/>
              </a:lnSpc>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 Solace</a:t>
            </a:r>
            <a:br>
              <a:rPr lang="en-US"/>
            </a:br>
            <a:r>
              <a:rPr lang="en-US"/>
              <a:t>Proprietary &amp; Confidential</a:t>
            </a:r>
          </a:p>
        </p:txBody>
      </p:sp>
    </p:spTree>
    <p:extLst>
      <p:ext uri="{BB962C8B-B14F-4D97-AF65-F5344CB8AC3E}">
        <p14:creationId xmlns:p14="http://schemas.microsoft.com/office/powerpoint/2010/main" val="1411860020"/>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asic White">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3" y="177139"/>
            <a:ext cx="22055366" cy="1953414"/>
          </a:xfrm>
        </p:spPr>
        <p:txBody>
          <a:bodyPr anchor="ctr" anchorCtr="0"/>
          <a:lstStyle>
            <a:lvl1pPr>
              <a:lnSpc>
                <a:spcPct val="90000"/>
              </a:lnSpc>
              <a:defRPr sz="6600" b="0">
                <a:solidFill>
                  <a:srgbClr val="474747"/>
                </a:solidFill>
              </a:defRPr>
            </a:lvl1pPr>
          </a:lstStyle>
          <a:p>
            <a:r>
              <a:rPr lang="en-US"/>
              <a:t>Click to edit Master title style</a:t>
            </a: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1196521" y="2695708"/>
            <a:ext cx="22055366" cy="9601200"/>
          </a:xfrm>
        </p:spPr>
        <p:txBody>
          <a:bodyPr/>
          <a:lstStyle>
            <a:lvl1pPr>
              <a:lnSpc>
                <a:spcPct val="114000"/>
              </a:lnSpc>
              <a:spcAft>
                <a:spcPts val="1800"/>
              </a:spcAft>
              <a:defRPr b="1"/>
            </a:lvl1pPr>
            <a:lvl2pPr>
              <a:lnSpc>
                <a:spcPct val="150000"/>
              </a:lnSpc>
              <a:spcAft>
                <a:spcPts val="1800"/>
              </a:spcAft>
              <a:defRPr/>
            </a:lvl2pPr>
            <a:lvl3pPr>
              <a:lnSpc>
                <a:spcPct val="150000"/>
              </a:lnSpc>
              <a:defRPr/>
            </a:lvl3pPr>
          </a:lstStyle>
          <a:p>
            <a:pPr lvl="0"/>
            <a:r>
              <a:rPr lang="en-US"/>
              <a:t>Edit Master text styles</a:t>
            </a:r>
          </a:p>
          <a:p>
            <a:pPr lvl="1"/>
            <a:r>
              <a:rPr lang="en-US"/>
              <a:t>Second level</a:t>
            </a:r>
          </a:p>
          <a:p>
            <a:pPr lvl="2"/>
            <a:r>
              <a:rPr lang="en-US"/>
              <a:t>Third level</a:t>
            </a:r>
          </a:p>
        </p:txBody>
      </p:sp>
      <p:sp>
        <p:nvSpPr>
          <p:cNvPr id="7" name="Slide Number">
            <a:extLst>
              <a:ext uri="{FF2B5EF4-FFF2-40B4-BE49-F238E27FC236}">
                <a16:creationId xmlns:a16="http://schemas.microsoft.com/office/drawing/2014/main" id="{BE455569-37A5-419E-9E03-CB89C9FC6C96}"/>
              </a:ext>
            </a:extLst>
          </p:cNvPr>
          <p:cNvSpPr txBox="1">
            <a:spLocks noGrp="1"/>
          </p:cNvSpPr>
          <p:nvPr>
            <p:ph type="sldNum" sz="quarter" idx="2"/>
          </p:nvPr>
        </p:nvSpPr>
        <p:spPr>
          <a:xfrm>
            <a:off x="335406" y="12367390"/>
            <a:ext cx="604332" cy="584775"/>
          </a:xfrm>
          <a:prstGeom prst="rect">
            <a:avLst/>
          </a:prstGeom>
          <a:ln w="12700">
            <a:miter lim="400000"/>
          </a:ln>
        </p:spPr>
        <p:txBody>
          <a:bodyPr wrap="none" lIns="76200" tIns="76200" rIns="76200" bIns="76200">
            <a:spAutoFit/>
          </a:bodyPr>
          <a:lstStyle>
            <a:lvl1pPr>
              <a:defRPr sz="2800" b="0" i="0">
                <a:solidFill>
                  <a:srgbClr val="474747"/>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a:p>
        </p:txBody>
      </p:sp>
      <p:sp>
        <p:nvSpPr>
          <p:cNvPr id="9" name="Footer Placeholder 8">
            <a:extLst>
              <a:ext uri="{FF2B5EF4-FFF2-40B4-BE49-F238E27FC236}">
                <a16:creationId xmlns:a16="http://schemas.microsoft.com/office/drawing/2014/main" id="{AC54852A-33D5-466F-9E76-CECC23265B83}"/>
              </a:ext>
            </a:extLst>
          </p:cNvPr>
          <p:cNvSpPr>
            <a:spLocks noGrp="1"/>
          </p:cNvSpPr>
          <p:nvPr>
            <p:ph type="ftr" sz="quarter" idx="3"/>
          </p:nvPr>
        </p:nvSpPr>
        <p:spPr>
          <a:xfrm>
            <a:off x="259263" y="12965896"/>
            <a:ext cx="2636338" cy="584776"/>
          </a:xfrm>
          <a:prstGeom prst="rect">
            <a:avLst/>
          </a:prstGeom>
        </p:spPr>
        <p:txBody>
          <a:bodyPr vert="horz" lIns="91440" tIns="45720" rIns="91440" bIns="45720" rtlCol="0" anchor="b"/>
          <a:lstStyle>
            <a:lvl1pPr algn="l">
              <a:lnSpc>
                <a:spcPct val="90000"/>
              </a:lnSpc>
              <a:defRPr sz="1600">
                <a:solidFill>
                  <a:srgbClr val="474747"/>
                </a:solidFill>
              </a:defRPr>
            </a:lvl1pPr>
          </a:lstStyle>
          <a:p>
            <a:r>
              <a:rPr lang="en-US"/>
              <a:t>© Solace</a:t>
            </a:r>
          </a:p>
          <a:p>
            <a:r>
              <a:rPr lang="en-US"/>
              <a:t>Proprietary &amp; Confidential</a:t>
            </a:r>
          </a:p>
        </p:txBody>
      </p:sp>
    </p:spTree>
    <p:extLst>
      <p:ext uri="{BB962C8B-B14F-4D97-AF65-F5344CB8AC3E}">
        <p14:creationId xmlns:p14="http://schemas.microsoft.com/office/powerpoint/2010/main" val="418166347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x">
  <p:cSld name="Eyebrow, Title, Copy">
    <p:bg>
      <p:bgPr>
        <a:solidFill>
          <a:srgbClr val="333333"/>
        </a:solidFill>
        <a:effectLst/>
      </p:bgPr>
    </p:bg>
    <p:spTree>
      <p:nvGrpSpPr>
        <p:cNvPr id="1" name=""/>
        <p:cNvGrpSpPr/>
        <p:nvPr/>
      </p:nvGrpSpPr>
      <p:grpSpPr>
        <a:xfrm>
          <a:off x="0" y="0"/>
          <a:ext cx="0" cy="0"/>
          <a:chOff x="0" y="0"/>
          <a:chExt cx="0" cy="0"/>
        </a:xfrm>
      </p:grpSpPr>
      <p:sp>
        <p:nvSpPr>
          <p:cNvPr id="240"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p:cNvSpPr>
            <a:spLocks noGrp="1"/>
          </p:cNvSpPr>
          <p:nvPr>
            <p:ph type="body" idx="13"/>
          </p:nvPr>
        </p:nvSpPr>
        <p:spPr>
          <a:xfrm>
            <a:off x="881954" y="2386583"/>
            <a:ext cx="22620092" cy="8578851"/>
          </a:xfrm>
          <a:prstGeom prst="rect">
            <a:avLst/>
          </a:prstGeom>
        </p:spPr>
        <p:txBody>
          <a:bodyPr lIns="0" tIns="0" rIns="0" bIns="0">
            <a:normAutofit/>
          </a:bodyPr>
          <a:lstStyle>
            <a:lvl1pPr indent="215900">
              <a:lnSpc>
                <a:spcPct val="110000"/>
              </a:lnSpc>
              <a:spcBef>
                <a:spcPts val="2000"/>
              </a:spcBef>
              <a:defRPr sz="3000">
                <a:solidFill>
                  <a:srgbClr val="FFFFFF"/>
                </a:solidFill>
                <a:latin typeface="Open Sans"/>
                <a:ea typeface="Open Sans"/>
                <a:cs typeface="Open Sans"/>
                <a:sym typeface="Open Sans"/>
              </a:defRPr>
            </a:lvl1pPr>
          </a:lstStyle>
          <a:p>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241" name="Title Text"/>
          <p:cNvSpPr txBox="1">
            <a:spLocks noGrp="1"/>
          </p:cNvSpPr>
          <p:nvPr>
            <p:ph type="title"/>
          </p:nvPr>
        </p:nvSpPr>
        <p:spPr>
          <a:xfrm>
            <a:off x="1171122" y="987344"/>
            <a:ext cx="22463578" cy="1379766"/>
          </a:xfrm>
          <a:prstGeom prst="rect">
            <a:avLst/>
          </a:prstGeom>
        </p:spPr>
        <p:txBody>
          <a:bodyPr>
            <a:normAutofit/>
          </a:bodyPr>
          <a:lstStyle>
            <a:lvl1pPr>
              <a:defRPr b="1" spc="0">
                <a:solidFill>
                  <a:schemeClr val="accent4"/>
                </a:solidFill>
                <a:latin typeface="Times"/>
                <a:ea typeface="Times"/>
                <a:cs typeface="Times"/>
                <a:sym typeface="Times"/>
              </a:defRPr>
            </a:lvl1pPr>
          </a:lstStyle>
          <a:p>
            <a:r>
              <a:t>Title Text</a:t>
            </a:r>
          </a:p>
        </p:txBody>
      </p:sp>
      <p:sp>
        <p:nvSpPr>
          <p:cNvPr id="242" name="Slide Number"/>
          <p:cNvSpPr txBox="1">
            <a:spLocks noGrp="1"/>
          </p:cNvSpPr>
          <p:nvPr>
            <p:ph type="sldNum" sz="quarter" idx="2"/>
          </p:nvPr>
        </p:nvSpPr>
        <p:spPr>
          <a:xfrm>
            <a:off x="1174644" y="12426253"/>
            <a:ext cx="513657" cy="571501"/>
          </a:xfrm>
          <a:prstGeom prst="rect">
            <a:avLst/>
          </a:prstGeom>
        </p:spPr>
        <p:txBody>
          <a:bodyPr anchor="t"/>
          <a:lstStyle>
            <a:lvl1pPr algn="ctr">
              <a:defRPr sz="2400">
                <a:solidFill>
                  <a:srgbClr val="929292"/>
                </a:solidFill>
                <a:latin typeface="Open Sans"/>
                <a:ea typeface="Open Sans"/>
                <a:cs typeface="Open Sans"/>
                <a:sym typeface="Open Sans"/>
              </a:defRPr>
            </a:lvl1pPr>
          </a:lstStyle>
          <a:p>
            <a:fld id="{86CB4B4D-7CA3-9044-876B-883B54F8677D}" type="slidenum">
              <a:t>‹#›</a:t>
            </a:fld>
            <a:endParaRPr/>
          </a:p>
        </p:txBody>
      </p:sp>
      <p:sp>
        <p:nvSpPr>
          <p:cNvPr id="243" name="Edit Master text styles"/>
          <p:cNvSpPr txBox="1">
            <a:spLocks noGrp="1"/>
          </p:cNvSpPr>
          <p:nvPr>
            <p:ph type="body" sz="quarter" idx="14"/>
          </p:nvPr>
        </p:nvSpPr>
        <p:spPr>
          <a:xfrm>
            <a:off x="1233680" y="443299"/>
            <a:ext cx="22389262" cy="638176"/>
          </a:xfrm>
          <a:prstGeom prst="rect">
            <a:avLst/>
          </a:prstGeom>
        </p:spPr>
        <p:txBody>
          <a:bodyPr lIns="0" tIns="0" rIns="0" bIns="0" anchor="b"/>
          <a:lstStyle>
            <a:lvl1pPr indent="15875">
              <a:lnSpc>
                <a:spcPct val="110000"/>
              </a:lnSpc>
              <a:spcBef>
                <a:spcPts val="2000"/>
              </a:spcBef>
              <a:defRPr sz="3200" cap="all" spc="400">
                <a:solidFill>
                  <a:schemeClr val="accent4"/>
                </a:solidFill>
                <a:latin typeface="Open Sans Bold"/>
                <a:ea typeface="Open Sans Bold"/>
                <a:cs typeface="Open Sans Bold"/>
                <a:sym typeface="Open Sans Bold"/>
              </a:defRPr>
            </a:lvl1pPr>
          </a:lstStyle>
          <a:p>
            <a:r>
              <a:t>Edit Master text styles</a:t>
            </a:r>
          </a:p>
        </p:txBody>
      </p:sp>
      <p:pic>
        <p:nvPicPr>
          <p:cNvPr id="244" name="Solace-logo-green.png" descr="Solace-logo-green.png"/>
          <p:cNvPicPr>
            <a:picLocks noChangeAspect="1"/>
          </p:cNvPicPr>
          <p:nvPr/>
        </p:nvPicPr>
        <p:blipFill>
          <a:blip r:embed="rId2">
            <a:extLst/>
          </a:blip>
          <a:stretch>
            <a:fillRect/>
          </a:stretch>
        </p:blipFill>
        <p:spPr>
          <a:xfrm>
            <a:off x="21509130" y="12378617"/>
            <a:ext cx="2176013" cy="548641"/>
          </a:xfrm>
          <a:prstGeom prst="rect">
            <a:avLst/>
          </a:prstGeom>
          <a:ln w="12700">
            <a:miter lim="400000"/>
          </a:ln>
        </p:spPr>
      </p:pic>
      <p:sp>
        <p:nvSpPr>
          <p:cNvPr id="245" name="@Solace — Confidential"/>
          <p:cNvSpPr txBox="1">
            <a:spLocks noGrp="1"/>
          </p:cNvSpPr>
          <p:nvPr>
            <p:ph type="body" sz="quarter" idx="15"/>
          </p:nvPr>
        </p:nvSpPr>
        <p:spPr>
          <a:xfrm>
            <a:off x="2163010" y="12932137"/>
            <a:ext cx="4274857" cy="457201"/>
          </a:xfrm>
          <a:prstGeom prst="rect">
            <a:avLst/>
          </a:prstGeom>
        </p:spPr>
        <p:txBody>
          <a:bodyPr lIns="50800" tIns="50800" rIns="50800" bIns="50800" anchor="ctr">
            <a:spAutoFit/>
          </a:bodyPr>
          <a:lstStyle>
            <a:lvl1pPr>
              <a:lnSpc>
                <a:spcPct val="100000"/>
              </a:lnSpc>
              <a:defRPr sz="2100">
                <a:solidFill>
                  <a:srgbClr val="929292"/>
                </a:solidFill>
                <a:latin typeface="Open Sans"/>
                <a:ea typeface="Open Sans"/>
                <a:cs typeface="Open Sans"/>
                <a:sym typeface="Open Sans"/>
              </a:defRPr>
            </a:lvl1pPr>
          </a:lstStyle>
          <a:p>
            <a:r>
              <a:t>@Solace — Confidential</a:t>
            </a:r>
          </a:p>
        </p:txBody>
      </p:sp>
      <p:sp>
        <p:nvSpPr>
          <p:cNvPr id="246" name="Solace Brand Book"/>
          <p:cNvSpPr txBox="1">
            <a:spLocks noGrp="1"/>
          </p:cNvSpPr>
          <p:nvPr>
            <p:ph type="body" sz="quarter" idx="16"/>
          </p:nvPr>
        </p:nvSpPr>
        <p:spPr>
          <a:xfrm>
            <a:off x="2163010" y="12451653"/>
            <a:ext cx="4274857" cy="520701"/>
          </a:xfrm>
          <a:prstGeom prst="rect">
            <a:avLst/>
          </a:prstGeom>
        </p:spPr>
        <p:txBody>
          <a:bodyPr lIns="50800" tIns="50800" rIns="50800" bIns="50800" anchor="ctr">
            <a:spAutoFit/>
          </a:bodyPr>
          <a:lstStyle>
            <a:lvl1pPr>
              <a:lnSpc>
                <a:spcPct val="100000"/>
              </a:lnSpc>
              <a:defRPr>
                <a:solidFill>
                  <a:schemeClr val="accent4"/>
                </a:solidFill>
                <a:latin typeface="Open Sans"/>
                <a:ea typeface="Open Sans"/>
                <a:cs typeface="Open Sans"/>
                <a:sym typeface="Open Sans"/>
              </a:defRPr>
            </a:lvl1pPr>
          </a:lstStyle>
          <a:p>
            <a:r>
              <a:t>Solace Brand Book</a:t>
            </a:r>
          </a:p>
        </p:txBody>
      </p:sp>
    </p:spTree>
    <p:extLst>
      <p:ext uri="{BB962C8B-B14F-4D97-AF65-F5344CB8AC3E}">
        <p14:creationId xmlns:p14="http://schemas.microsoft.com/office/powerpoint/2010/main" val="2802745136"/>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Open Dark">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A5F90B-B81F-7A4E-A0B3-DB638DF3235F}"/>
              </a:ext>
            </a:extLst>
          </p:cNvPr>
          <p:cNvSpPr>
            <a:spLocks noGrp="1"/>
          </p:cNvSpPr>
          <p:nvPr>
            <p:ph type="title"/>
          </p:nvPr>
        </p:nvSpPr>
        <p:spPr>
          <a:xfrm>
            <a:off x="1196521" y="177138"/>
            <a:ext cx="22055365" cy="1953413"/>
          </a:xfrm>
        </p:spPr>
        <p:txBody>
          <a:bodyPr anchor="ctr" anchorCtr="0"/>
          <a:lstStyle>
            <a:lvl1pPr>
              <a:lnSpc>
                <a:spcPct val="90000"/>
              </a:lnSpc>
              <a:defRPr sz="6600" b="0">
                <a:solidFill>
                  <a:schemeClr val="tx1"/>
                </a:solidFill>
              </a:defRPr>
            </a:lvl1pPr>
          </a:lstStyle>
          <a:p>
            <a:r>
              <a:rPr lang="en-US"/>
              <a:t>Click to edit Master title style</a:t>
            </a:r>
            <a:endParaRPr lang="en-US" dirty="0"/>
          </a:p>
        </p:txBody>
      </p:sp>
      <p:pic>
        <p:nvPicPr>
          <p:cNvPr id="22" name="Picture 21">
            <a:extLst>
              <a:ext uri="{FF2B5EF4-FFF2-40B4-BE49-F238E27FC236}">
                <a16:creationId xmlns:a16="http://schemas.microsoft.com/office/drawing/2014/main" id="{CE25D848-DE5D-48CC-80A6-FFCAA87D1A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401" t="73917" r="438" b="3"/>
          <a:stretch/>
        </p:blipFill>
        <p:spPr>
          <a:xfrm>
            <a:off x="108635" y="5345"/>
            <a:ext cx="1285825" cy="2194607"/>
          </a:xfrm>
          <a:prstGeom prst="rect">
            <a:avLst/>
          </a:prstGeom>
        </p:spPr>
      </p:pic>
      <p:sp>
        <p:nvSpPr>
          <p:cNvPr id="8" name="Rectangle 7">
            <a:extLst>
              <a:ext uri="{FF2B5EF4-FFF2-40B4-BE49-F238E27FC236}">
                <a16:creationId xmlns:a16="http://schemas.microsoft.com/office/drawing/2014/main" id="{F90F2FB9-7C3A-4DF9-B222-16EAE2B988BE}"/>
              </a:ext>
            </a:extLst>
          </p:cNvPr>
          <p:cNvSpPr/>
          <p:nvPr userDrawn="1"/>
        </p:nvSpPr>
        <p:spPr>
          <a:xfrm>
            <a:off x="1" y="2178515"/>
            <a:ext cx="24383998" cy="18288"/>
          </a:xfrm>
          <a:prstGeom prst="rect">
            <a:avLst/>
          </a:prstGeom>
          <a:gradFill>
            <a:gsLst>
              <a:gs pos="100000">
                <a:srgbClr val="474747"/>
              </a:gs>
              <a:gs pos="0">
                <a:schemeClr val="accent6"/>
              </a:gs>
            </a:gsLst>
            <a:lin ang="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7" name="Slide Number">
            <a:extLst>
              <a:ext uri="{FF2B5EF4-FFF2-40B4-BE49-F238E27FC236}">
                <a16:creationId xmlns:a16="http://schemas.microsoft.com/office/drawing/2014/main" id="{AB761A80-7FA4-4FF6-8C53-7B39D8DC89FA}"/>
              </a:ext>
            </a:extLst>
          </p:cNvPr>
          <p:cNvSpPr txBox="1">
            <a:spLocks noGrp="1"/>
          </p:cNvSpPr>
          <p:nvPr>
            <p:ph type="sldNum" sz="quarter" idx="2"/>
          </p:nvPr>
        </p:nvSpPr>
        <p:spPr>
          <a:xfrm>
            <a:off x="284352" y="12537609"/>
            <a:ext cx="668453" cy="646331"/>
          </a:xfrm>
          <a:prstGeom prst="rect">
            <a:avLst/>
          </a:prstGeom>
          <a:ln w="12700">
            <a:miter lim="400000"/>
          </a:ln>
        </p:spPr>
        <p:txBody>
          <a:bodyPr wrap="none" lIns="76200" tIns="76200" rIns="76200" bIns="76200" anchor="b" anchorCtr="0">
            <a:spAutoFit/>
          </a:bodyPr>
          <a:lstStyle>
            <a:lvl1pPr>
              <a:defRPr sz="32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fld id="{86CB4B4D-7CA3-9044-876B-883B54F8677D}" type="slidenum">
              <a:rPr lang="en-US" smtClean="0"/>
              <a:pPr/>
              <a:t>‹#›</a:t>
            </a:fld>
            <a:endParaRPr lang="en-US" dirty="0"/>
          </a:p>
        </p:txBody>
      </p:sp>
      <p:sp>
        <p:nvSpPr>
          <p:cNvPr id="9" name="Footer Placeholder 8">
            <a:extLst>
              <a:ext uri="{FF2B5EF4-FFF2-40B4-BE49-F238E27FC236}">
                <a16:creationId xmlns:a16="http://schemas.microsoft.com/office/drawing/2014/main" id="{20E39699-0334-4566-9B6A-DF836AB950E7}"/>
              </a:ext>
            </a:extLst>
          </p:cNvPr>
          <p:cNvSpPr>
            <a:spLocks noGrp="1"/>
          </p:cNvSpPr>
          <p:nvPr>
            <p:ph type="ftr" sz="quarter" idx="3"/>
          </p:nvPr>
        </p:nvSpPr>
        <p:spPr>
          <a:xfrm>
            <a:off x="284352" y="13142665"/>
            <a:ext cx="2443983" cy="407510"/>
          </a:xfrm>
          <a:prstGeom prst="rect">
            <a:avLst/>
          </a:prstGeom>
        </p:spPr>
        <p:txBody>
          <a:bodyPr vert="horz" lIns="91440" tIns="45720" rIns="91440" bIns="45720" rtlCol="0" anchor="t" anchorCtr="0"/>
          <a:lstStyle>
            <a:lvl1pPr algn="l">
              <a:lnSpc>
                <a:spcPct val="80000"/>
              </a:lnSpc>
              <a:defRPr sz="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 Solace</a:t>
            </a:r>
            <a:br>
              <a:rPr lang="en-US"/>
            </a:br>
            <a:r>
              <a:rPr lang="en-US"/>
              <a:t>Proprietary &amp; Confidential</a:t>
            </a:r>
            <a:endParaRPr lang="en-US" dirty="0"/>
          </a:p>
        </p:txBody>
      </p:sp>
    </p:spTree>
    <p:extLst>
      <p:ext uri="{BB962C8B-B14F-4D97-AF65-F5344CB8AC3E}">
        <p14:creationId xmlns:p14="http://schemas.microsoft.com/office/powerpoint/2010/main" val="482130644"/>
      </p:ext>
    </p:extLst>
  </p:cSld>
  <p:clrMapOvr>
    <a:overrideClrMapping bg1="dk1" tx1="lt1" bg2="dk2" tx2="lt2" accent1="accent1" accent2="accent2" accent3="accent3" accent4="accent4" accent5="accent5" accent6="accent6" hlink="hlink" folHlink="folHlink"/>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2.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6" Type="http://schemas.openxmlformats.org/officeDocument/2006/relationships/image" Target="../media/image2.pn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theme" Target="../theme/theme3.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Text"/>
          <p:cNvSpPr txBox="1">
            <a:spLocks noGrp="1"/>
          </p:cNvSpPr>
          <p:nvPr>
            <p:ph type="title"/>
          </p:nvPr>
        </p:nvSpPr>
        <p:spPr>
          <a:xfrm>
            <a:off x="1196522" y="987345"/>
            <a:ext cx="22463578" cy="1379764"/>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nchor="t"/>
          <a:lstStyle/>
          <a:p>
            <a:r>
              <a:t>Title Text</a:t>
            </a:r>
          </a:p>
        </p:txBody>
      </p:sp>
      <p:sp>
        <p:nvSpPr>
          <p:cNvPr id="5" name="Body Level One…"/>
          <p:cNvSpPr txBox="1">
            <a:spLocks noGrp="1"/>
          </p:cNvSpPr>
          <p:nvPr>
            <p:ph type="body" idx="1"/>
          </p:nvPr>
        </p:nvSpPr>
        <p:spPr>
          <a:xfrm>
            <a:off x="1196522" y="2386584"/>
            <a:ext cx="22463578" cy="8553450"/>
          </a:xfrm>
          <a:prstGeom prst="rect">
            <a:avLst/>
          </a:prstGeom>
          <a:ln w="12700">
            <a:miter lim="400000"/>
          </a:ln>
          <a:extLst>
            <a:ext uri="{C572A759-6A51-4108-AA02-DFA0A04FC94B}">
              <ma14:wrappingTextBoxFlag xmlns="" xmlns:ma14="http://schemas.microsoft.com/office/mac/drawingml/2011/main" val="1"/>
            </a:ext>
          </a:extLst>
        </p:spPr>
        <p:txBody>
          <a:bodyPr lIns="0" tIns="76200" rIns="0" bIns="76200" anchor="t"/>
          <a:lstStyle/>
          <a:p>
            <a:r>
              <a:t>Body Level One</a:t>
            </a:r>
          </a:p>
          <a:p>
            <a:pPr lvl="1"/>
            <a:r>
              <a:t>Body Level Two</a:t>
            </a:r>
          </a:p>
          <a:p>
            <a:pPr lvl="2"/>
            <a:r>
              <a:t>Body Level Three</a:t>
            </a:r>
          </a:p>
        </p:txBody>
      </p:sp>
      <p:sp>
        <p:nvSpPr>
          <p:cNvPr id="11" name="Footer Placeholder 8">
            <a:extLst>
              <a:ext uri="{FF2B5EF4-FFF2-40B4-BE49-F238E27FC236}">
                <a16:creationId xmlns:a16="http://schemas.microsoft.com/office/drawing/2014/main" id="{54E42C5B-1082-7942-9D3E-2D2B1789D919}"/>
              </a:ext>
            </a:extLst>
          </p:cNvPr>
          <p:cNvSpPr txBox="1">
            <a:spLocks/>
          </p:cNvSpPr>
          <p:nvPr userDrawn="1"/>
        </p:nvSpPr>
        <p:spPr>
          <a:xfrm>
            <a:off x="2126344" y="12379574"/>
            <a:ext cx="9441542" cy="407510"/>
          </a:xfrm>
          <a:prstGeom prst="rect">
            <a:avLst/>
          </a:prstGeom>
        </p:spPr>
        <p:txBody>
          <a:bodyPr vert="horz"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19150"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chemeClr val="tx1">
                    <a:tint val="75000"/>
                  </a:schemeClr>
                </a:solidFill>
                <a:effectLst/>
                <a:uFillTx/>
                <a:latin typeface="Gill Sans"/>
                <a:ea typeface="Gill Sans"/>
                <a:cs typeface="Gill Sans"/>
                <a:sym typeface="Gill Sans"/>
              </a:defRPr>
            </a:lvl1pPr>
            <a:lvl2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2pPr>
            <a:lvl3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3pPr>
            <a:lvl4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4pPr>
            <a:lvl5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9pPr>
          </a:lstStyle>
          <a:p>
            <a:endParaRPr lang="en-US" sz="2400" b="0" i="0">
              <a:solidFill>
                <a:srgbClr val="92929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a:extLst>
              <a:ext uri="{FF2B5EF4-FFF2-40B4-BE49-F238E27FC236}">
                <a16:creationId xmlns:a16="http://schemas.microsoft.com/office/drawing/2014/main" id="{F166E98E-38B0-4BFA-9089-CCEC4D47B253}"/>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Tree>
    <p:extLst>
      <p:ext uri="{BB962C8B-B14F-4D97-AF65-F5344CB8AC3E}">
        <p14:creationId xmlns:p14="http://schemas.microsoft.com/office/powerpoint/2010/main" val="2819991726"/>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75" r:id="rId3"/>
    <p:sldLayoutId id="2147483776" r:id="rId4"/>
    <p:sldLayoutId id="2147483777" r:id="rId5"/>
    <p:sldLayoutId id="2147483778" r:id="rId6"/>
    <p:sldLayoutId id="2147483779" r:id="rId7"/>
    <p:sldLayoutId id="2147483780" r:id="rId8"/>
    <p:sldLayoutId id="2147483790" r:id="rId9"/>
    <p:sldLayoutId id="2147483810" r:id="rId10"/>
    <p:sldLayoutId id="2147483814" r:id="rId11"/>
    <p:sldLayoutId id="2147483819" r:id="rId12"/>
    <p:sldLayoutId id="2147483825" r:id="rId13"/>
  </p:sldLayoutIdLst>
  <p:transition spd="med"/>
  <p:hf hdr="0" dt="0"/>
  <p:txStyles>
    <p:titleStyle>
      <a:lvl1pPr marL="0" marR="0" indent="0" algn="l" defTabSz="819150" latinLnBrk="0">
        <a:lnSpc>
          <a:spcPct val="100000"/>
        </a:lnSpc>
        <a:spcBef>
          <a:spcPts val="0"/>
        </a:spcBef>
        <a:spcAft>
          <a:spcPts val="0"/>
        </a:spcAft>
        <a:buClrTx/>
        <a:buSzTx/>
        <a:buFontTx/>
        <a:buNone/>
        <a:tabLst/>
        <a:defRPr sz="8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0" marR="0" indent="228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2pPr>
      <a:lvl3pPr marL="0" marR="0" indent="457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3pPr>
      <a:lvl4pPr marL="0" marR="0" indent="685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4pPr>
      <a:lvl5pPr marL="0" marR="0" indent="9144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5pPr>
      <a:lvl6pPr marL="0" marR="0" indent="11430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6pPr>
      <a:lvl7pPr marL="0" marR="0" indent="1371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7pPr>
      <a:lvl8pPr marL="0" marR="0" indent="1600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8pPr>
      <a:lvl9pPr marL="0" marR="0" indent="1828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9pPr>
    </p:titleStyle>
    <p:bodyStyle>
      <a:lvl1pPr marL="577850" marR="0" indent="-439738" algn="l" defTabSz="819150" latinLnBrk="0">
        <a:lnSpc>
          <a:spcPct val="120000"/>
        </a:lnSpc>
        <a:spcBef>
          <a:spcPts val="1200"/>
        </a:spcBef>
        <a:spcAft>
          <a:spcPts val="600"/>
        </a:spcAft>
        <a:buClr>
          <a:srgbClr val="00AD93"/>
        </a:buClr>
        <a:buSzPct val="100000"/>
        <a:buFont typeface="Arial" panose="020B0604020202020204" pitchFamily="34" charset="0"/>
        <a:buChar char="•"/>
        <a:tabLst/>
        <a:defRPr sz="4800" b="1"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1306513" marR="0" indent="-374650" algn="l" defTabSz="819150" latinLnBrk="0">
        <a:lnSpc>
          <a:spcPct val="120000"/>
        </a:lnSpc>
        <a:spcBef>
          <a:spcPts val="1200"/>
        </a:spcBef>
        <a:spcAft>
          <a:spcPts val="600"/>
        </a:spcAft>
        <a:buClrTx/>
        <a:buSzPct val="100000"/>
        <a:buFont typeface="Open Sans" panose="020B0606030504020204" pitchFamily="34" charset="0"/>
        <a:buChar char="–"/>
        <a:tabLst/>
        <a:defRPr sz="4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2pPr>
      <a:lvl3pPr marL="1884363" marR="0" indent="-242888" algn="l" defTabSz="819150" latinLnBrk="0">
        <a:lnSpc>
          <a:spcPct val="120000"/>
        </a:lnSpc>
        <a:spcBef>
          <a:spcPts val="1200"/>
        </a:spcBef>
        <a:spcAft>
          <a:spcPts val="600"/>
        </a:spcAft>
        <a:buClrTx/>
        <a:buSzPct val="70000"/>
        <a:buFont typeface="Arial" panose="020B0604020202020204" pitchFamily="34" charset="0"/>
        <a:buChar char="•"/>
        <a:tabLst/>
        <a:defRPr sz="32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3pPr>
      <a:lvl4pPr marL="17907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4pPr>
      <a:lvl5pPr marL="20828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5pPr>
      <a:lvl6pPr marL="24892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6pPr>
      <a:lvl7pPr marL="27813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7pPr>
      <a:lvl8pPr marL="30734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8pPr>
      <a:lvl9pPr marL="33655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9pPr>
    </p:bodyStyle>
    <p:otherStyle>
      <a:lvl1pPr marL="0" marR="0" indent="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1pPr>
      <a:lvl2pPr marL="0" marR="0" indent="228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2pPr>
      <a:lvl3pPr marL="0" marR="0" indent="457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3pPr>
      <a:lvl4pPr marL="0" marR="0" indent="685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4pPr>
      <a:lvl5pPr marL="0" marR="0" indent="9144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5pPr>
      <a:lvl6pPr marL="0" marR="0" indent="11430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6pPr>
      <a:lvl7pPr marL="0" marR="0" indent="1371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7pPr>
      <a:lvl8pPr marL="0" marR="0" indent="1600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8pPr>
      <a:lvl9pPr marL="0" marR="0" indent="1828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9pPr>
    </p:otherStyle>
  </p:txStyles>
  <p:extLst mod="1">
    <p:ext uri="{27BBF7A9-308A-43DC-89C8-2F10F3537804}">
      <p15:sldGuideLst xmlns:p15="http://schemas.microsoft.com/office/powerpoint/2012/main">
        <p15:guide id="1" orient="horz" pos="4320">
          <p15:clr>
            <a:srgbClr val="F26B43"/>
          </p15:clr>
        </p15:guide>
        <p15:guide id="2" pos="7680">
          <p15:clr>
            <a:srgbClr val="F26B43"/>
          </p15:clr>
        </p15:guide>
        <p15:guide id="3" orient="horz" pos="1920">
          <p15:clr>
            <a:srgbClr val="F26B43"/>
          </p15:clr>
        </p15:guide>
        <p15:guide id="4" orient="horz" pos="960">
          <p15:clr>
            <a:srgbClr val="F26B43"/>
          </p15:clr>
        </p15:guide>
        <p15:guide id="5" pos="792">
          <p15:clr>
            <a:srgbClr val="F26B43"/>
          </p15:clr>
        </p15:guide>
        <p15:guide id="6" pos="14904">
          <p15:clr>
            <a:srgbClr val="F26B43"/>
          </p15:clr>
        </p15:guide>
        <p15:guide id="7" pos="648">
          <p15:clr>
            <a:srgbClr val="F26B43"/>
          </p15:clr>
        </p15:guide>
        <p15:guide id="8" orient="horz" pos="8280">
          <p15:clr>
            <a:srgbClr val="F26B43"/>
          </p15:clr>
        </p15:guide>
        <p15:guide id="9" orient="horz" pos="60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Text"/>
          <p:cNvSpPr txBox="1">
            <a:spLocks noGrp="1"/>
          </p:cNvSpPr>
          <p:nvPr>
            <p:ph type="title"/>
          </p:nvPr>
        </p:nvSpPr>
        <p:spPr>
          <a:xfrm>
            <a:off x="1196522" y="987345"/>
            <a:ext cx="22463578" cy="1379764"/>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nchor="t"/>
          <a:lstStyle/>
          <a:p>
            <a:r>
              <a:t>Title Text</a:t>
            </a:r>
          </a:p>
        </p:txBody>
      </p:sp>
      <p:sp>
        <p:nvSpPr>
          <p:cNvPr id="5" name="Body Level One…"/>
          <p:cNvSpPr txBox="1">
            <a:spLocks noGrp="1"/>
          </p:cNvSpPr>
          <p:nvPr>
            <p:ph type="body" idx="1"/>
          </p:nvPr>
        </p:nvSpPr>
        <p:spPr>
          <a:xfrm>
            <a:off x="1196522" y="2386584"/>
            <a:ext cx="22463578" cy="8553450"/>
          </a:xfrm>
          <a:prstGeom prst="rect">
            <a:avLst/>
          </a:prstGeom>
          <a:ln w="12700">
            <a:miter lim="400000"/>
          </a:ln>
          <a:extLst>
            <a:ext uri="{C572A759-6A51-4108-AA02-DFA0A04FC94B}">
              <ma14:wrappingTextBoxFlag xmlns:ma14="http://schemas.microsoft.com/office/mac/drawingml/2011/main" xmlns="" val="1"/>
            </a:ext>
          </a:extLst>
        </p:spPr>
        <p:txBody>
          <a:bodyPr lIns="0" tIns="76200" rIns="0" bIns="76200" anchor="t"/>
          <a:lstStyle/>
          <a:p>
            <a:r>
              <a:t>Body Level One</a:t>
            </a:r>
          </a:p>
          <a:p>
            <a:pPr lvl="1"/>
            <a:r>
              <a:t>Body Level Two</a:t>
            </a:r>
          </a:p>
          <a:p>
            <a:pPr lvl="2"/>
            <a:r>
              <a:t>Body Level Three</a:t>
            </a:r>
          </a:p>
        </p:txBody>
      </p:sp>
      <p:sp>
        <p:nvSpPr>
          <p:cNvPr id="11" name="Footer Placeholder 8">
            <a:extLst>
              <a:ext uri="{FF2B5EF4-FFF2-40B4-BE49-F238E27FC236}">
                <a16:creationId xmlns:a16="http://schemas.microsoft.com/office/drawing/2014/main" id="{54E42C5B-1082-7942-9D3E-2D2B1789D919}"/>
              </a:ext>
            </a:extLst>
          </p:cNvPr>
          <p:cNvSpPr txBox="1">
            <a:spLocks/>
          </p:cNvSpPr>
          <p:nvPr userDrawn="1"/>
        </p:nvSpPr>
        <p:spPr>
          <a:xfrm>
            <a:off x="2126344" y="12379574"/>
            <a:ext cx="9441542" cy="407510"/>
          </a:xfrm>
          <a:prstGeom prst="rect">
            <a:avLst/>
          </a:prstGeom>
        </p:spPr>
        <p:txBody>
          <a:bodyPr vert="horz"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19150"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chemeClr val="tx1">
                    <a:tint val="75000"/>
                  </a:schemeClr>
                </a:solidFill>
                <a:effectLst/>
                <a:uFillTx/>
                <a:latin typeface="Gill Sans"/>
                <a:ea typeface="Gill Sans"/>
                <a:cs typeface="Gill Sans"/>
                <a:sym typeface="Gill Sans"/>
              </a:defRPr>
            </a:lvl1pPr>
            <a:lvl2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2pPr>
            <a:lvl3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3pPr>
            <a:lvl4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4pPr>
            <a:lvl5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9pPr>
          </a:lstStyle>
          <a:p>
            <a:endParaRPr lang="en-US" sz="2400" b="0" i="0">
              <a:solidFill>
                <a:srgbClr val="92929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a:extLst>
              <a:ext uri="{FF2B5EF4-FFF2-40B4-BE49-F238E27FC236}">
                <a16:creationId xmlns:a16="http://schemas.microsoft.com/office/drawing/2014/main" id="{F166E98E-38B0-4BFA-9089-CCEC4D47B253}"/>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Tree>
    <p:extLst>
      <p:ext uri="{BB962C8B-B14F-4D97-AF65-F5344CB8AC3E}">
        <p14:creationId xmlns:p14="http://schemas.microsoft.com/office/powerpoint/2010/main" val="208542828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9" r:id="rId12"/>
    <p:sldLayoutId id="2147483840" r:id="rId13"/>
  </p:sldLayoutIdLst>
  <p:transition spd="med"/>
  <p:hf hdr="0" dt="0"/>
  <p:txStyles>
    <p:titleStyle>
      <a:lvl1pPr marL="0" marR="0" indent="0" algn="l" defTabSz="819150" latinLnBrk="0">
        <a:lnSpc>
          <a:spcPct val="100000"/>
        </a:lnSpc>
        <a:spcBef>
          <a:spcPts val="0"/>
        </a:spcBef>
        <a:spcAft>
          <a:spcPts val="0"/>
        </a:spcAft>
        <a:buClrTx/>
        <a:buSzTx/>
        <a:buFontTx/>
        <a:buNone/>
        <a:tabLst/>
        <a:defRPr sz="8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0" marR="0" indent="228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2pPr>
      <a:lvl3pPr marL="0" marR="0" indent="457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3pPr>
      <a:lvl4pPr marL="0" marR="0" indent="685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4pPr>
      <a:lvl5pPr marL="0" marR="0" indent="9144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5pPr>
      <a:lvl6pPr marL="0" marR="0" indent="11430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6pPr>
      <a:lvl7pPr marL="0" marR="0" indent="1371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7pPr>
      <a:lvl8pPr marL="0" marR="0" indent="1600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8pPr>
      <a:lvl9pPr marL="0" marR="0" indent="1828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9pPr>
    </p:titleStyle>
    <p:bodyStyle>
      <a:lvl1pPr marL="577850" marR="0" indent="-439738" algn="l" defTabSz="819150" latinLnBrk="0">
        <a:lnSpc>
          <a:spcPct val="120000"/>
        </a:lnSpc>
        <a:spcBef>
          <a:spcPts val="1200"/>
        </a:spcBef>
        <a:spcAft>
          <a:spcPts val="600"/>
        </a:spcAft>
        <a:buClr>
          <a:srgbClr val="00AD93"/>
        </a:buClr>
        <a:buSzPct val="100000"/>
        <a:buFont typeface="Arial" panose="020B0604020202020204" pitchFamily="34" charset="0"/>
        <a:buChar char="•"/>
        <a:tabLst/>
        <a:defRPr sz="4800" b="1"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1306513" marR="0" indent="-374650" algn="l" defTabSz="819150" latinLnBrk="0">
        <a:lnSpc>
          <a:spcPct val="120000"/>
        </a:lnSpc>
        <a:spcBef>
          <a:spcPts val="1200"/>
        </a:spcBef>
        <a:spcAft>
          <a:spcPts val="600"/>
        </a:spcAft>
        <a:buClrTx/>
        <a:buSzPct val="100000"/>
        <a:buFont typeface="Open Sans" panose="020B0606030504020204" pitchFamily="34" charset="0"/>
        <a:buChar char="–"/>
        <a:tabLst/>
        <a:defRPr sz="4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2pPr>
      <a:lvl3pPr marL="1884363" marR="0" indent="-242888" algn="l" defTabSz="819150" latinLnBrk="0">
        <a:lnSpc>
          <a:spcPct val="120000"/>
        </a:lnSpc>
        <a:spcBef>
          <a:spcPts val="1200"/>
        </a:spcBef>
        <a:spcAft>
          <a:spcPts val="600"/>
        </a:spcAft>
        <a:buClrTx/>
        <a:buSzPct val="70000"/>
        <a:buFont typeface="Arial" panose="020B0604020202020204" pitchFamily="34" charset="0"/>
        <a:buChar char="•"/>
        <a:tabLst/>
        <a:defRPr sz="32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3pPr>
      <a:lvl4pPr marL="17907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4pPr>
      <a:lvl5pPr marL="20828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5pPr>
      <a:lvl6pPr marL="24892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6pPr>
      <a:lvl7pPr marL="27813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7pPr>
      <a:lvl8pPr marL="30734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8pPr>
      <a:lvl9pPr marL="33655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9pPr>
    </p:bodyStyle>
    <p:otherStyle>
      <a:lvl1pPr marL="0" marR="0" indent="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1pPr>
      <a:lvl2pPr marL="0" marR="0" indent="228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2pPr>
      <a:lvl3pPr marL="0" marR="0" indent="457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3pPr>
      <a:lvl4pPr marL="0" marR="0" indent="685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4pPr>
      <a:lvl5pPr marL="0" marR="0" indent="9144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5pPr>
      <a:lvl6pPr marL="0" marR="0" indent="11430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6pPr>
      <a:lvl7pPr marL="0" marR="0" indent="1371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7pPr>
      <a:lvl8pPr marL="0" marR="0" indent="1600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8pPr>
      <a:lvl9pPr marL="0" marR="0" indent="1828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9pPr>
    </p:otherStyle>
  </p:txStyles>
  <p:extLst mod="1">
    <p:ext uri="{27BBF7A9-308A-43DC-89C8-2F10F3537804}">
      <p15:sldGuideLst xmlns:p15="http://schemas.microsoft.com/office/powerpoint/2012/main">
        <p15:guide id="1" orient="horz" pos="4320">
          <p15:clr>
            <a:srgbClr val="F26B43"/>
          </p15:clr>
        </p15:guide>
        <p15:guide id="2" pos="7680">
          <p15:clr>
            <a:srgbClr val="F26B43"/>
          </p15:clr>
        </p15:guide>
        <p15:guide id="3" orient="horz" pos="1920">
          <p15:clr>
            <a:srgbClr val="F26B43"/>
          </p15:clr>
        </p15:guide>
        <p15:guide id="4" orient="horz" pos="960">
          <p15:clr>
            <a:srgbClr val="F26B43"/>
          </p15:clr>
        </p15:guide>
        <p15:guide id="5" pos="792">
          <p15:clr>
            <a:srgbClr val="F26B43"/>
          </p15:clr>
        </p15:guide>
        <p15:guide id="6" pos="14904">
          <p15:clr>
            <a:srgbClr val="F26B43"/>
          </p15:clr>
        </p15:guide>
        <p15:guide id="7" pos="648">
          <p15:clr>
            <a:srgbClr val="F26B43"/>
          </p15:clr>
        </p15:guide>
        <p15:guide id="8" orient="horz" pos="8280">
          <p15:clr>
            <a:srgbClr val="F26B43"/>
          </p15:clr>
        </p15:guide>
        <p15:guide id="9" orient="horz" pos="6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Text"/>
          <p:cNvSpPr txBox="1">
            <a:spLocks noGrp="1"/>
          </p:cNvSpPr>
          <p:nvPr>
            <p:ph type="title"/>
          </p:nvPr>
        </p:nvSpPr>
        <p:spPr>
          <a:xfrm>
            <a:off x="1196522" y="987345"/>
            <a:ext cx="22463578" cy="1379764"/>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nchor="t"/>
          <a:lstStyle/>
          <a:p>
            <a:r>
              <a:t>Title Text</a:t>
            </a:r>
          </a:p>
        </p:txBody>
      </p:sp>
      <p:sp>
        <p:nvSpPr>
          <p:cNvPr id="5" name="Body Level One…"/>
          <p:cNvSpPr txBox="1">
            <a:spLocks noGrp="1"/>
          </p:cNvSpPr>
          <p:nvPr>
            <p:ph type="body" idx="1"/>
          </p:nvPr>
        </p:nvSpPr>
        <p:spPr>
          <a:xfrm>
            <a:off x="1196522" y="2386584"/>
            <a:ext cx="22463578" cy="8553450"/>
          </a:xfrm>
          <a:prstGeom prst="rect">
            <a:avLst/>
          </a:prstGeom>
          <a:ln w="12700">
            <a:miter lim="400000"/>
          </a:ln>
          <a:extLst>
            <a:ext uri="{C572A759-6A51-4108-AA02-DFA0A04FC94B}">
              <ma14:wrappingTextBoxFlag xmlns="" xmlns:ma14="http://schemas.microsoft.com/office/mac/drawingml/2011/main" val="1"/>
            </a:ext>
          </a:extLst>
        </p:spPr>
        <p:txBody>
          <a:bodyPr lIns="0" tIns="76200" rIns="0" bIns="76200" anchor="t"/>
          <a:lstStyle/>
          <a:p>
            <a:r>
              <a:t>Body Level One</a:t>
            </a:r>
          </a:p>
          <a:p>
            <a:pPr lvl="1"/>
            <a:r>
              <a:t>Body Level Two</a:t>
            </a:r>
          </a:p>
          <a:p>
            <a:pPr lvl="2"/>
            <a:r>
              <a:t>Body Level Three</a:t>
            </a:r>
          </a:p>
        </p:txBody>
      </p:sp>
      <p:sp>
        <p:nvSpPr>
          <p:cNvPr id="11" name="Footer Placeholder 8">
            <a:extLst>
              <a:ext uri="{FF2B5EF4-FFF2-40B4-BE49-F238E27FC236}">
                <a16:creationId xmlns:a16="http://schemas.microsoft.com/office/drawing/2014/main" id="{54E42C5B-1082-7942-9D3E-2D2B1789D919}"/>
              </a:ext>
            </a:extLst>
          </p:cNvPr>
          <p:cNvSpPr txBox="1">
            <a:spLocks/>
          </p:cNvSpPr>
          <p:nvPr userDrawn="1"/>
        </p:nvSpPr>
        <p:spPr>
          <a:xfrm>
            <a:off x="2126344" y="12379574"/>
            <a:ext cx="9441542" cy="407510"/>
          </a:xfrm>
          <a:prstGeom prst="rect">
            <a:avLst/>
          </a:prstGeom>
        </p:spPr>
        <p:txBody>
          <a:bodyPr vert="horz" lIns="91440" tIns="45720" rIns="91440" bIns="45720"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19150"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chemeClr val="tx1">
                    <a:tint val="75000"/>
                  </a:schemeClr>
                </a:solidFill>
                <a:effectLst/>
                <a:uFillTx/>
                <a:latin typeface="Gill Sans"/>
                <a:ea typeface="Gill Sans"/>
                <a:cs typeface="Gill Sans"/>
                <a:sym typeface="Gill Sans"/>
              </a:defRPr>
            </a:lvl1pPr>
            <a:lvl2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2pPr>
            <a:lvl3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3pPr>
            <a:lvl4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4pPr>
            <a:lvl5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5pPr>
            <a:lvl6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6pPr>
            <a:lvl7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7pPr>
            <a:lvl8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8pPr>
            <a:lvl9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lvl9pPr>
          </a:lstStyle>
          <a:p>
            <a:endParaRPr lang="en-US" sz="2400" b="0" i="0">
              <a:solidFill>
                <a:srgbClr val="92929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a:extLst>
              <a:ext uri="{FF2B5EF4-FFF2-40B4-BE49-F238E27FC236}">
                <a16:creationId xmlns:a16="http://schemas.microsoft.com/office/drawing/2014/main" id="{F166E98E-38B0-4BFA-9089-CCEC4D47B253}"/>
              </a:ext>
            </a:extLst>
          </p:cNvPr>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21706701" y="12727388"/>
            <a:ext cx="2167451" cy="536434"/>
          </a:xfrm>
          <a:prstGeom prst="rect">
            <a:avLst/>
          </a:prstGeom>
        </p:spPr>
      </p:pic>
    </p:spTree>
    <p:extLst>
      <p:ext uri="{BB962C8B-B14F-4D97-AF65-F5344CB8AC3E}">
        <p14:creationId xmlns:p14="http://schemas.microsoft.com/office/powerpoint/2010/main" val="2120473535"/>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Lst>
  <p:transition spd="med"/>
  <p:hf hdr="0" dt="0"/>
  <p:txStyles>
    <p:titleStyle>
      <a:lvl1pPr marL="0" marR="0" indent="0" algn="l" defTabSz="819150" latinLnBrk="0">
        <a:lnSpc>
          <a:spcPct val="100000"/>
        </a:lnSpc>
        <a:spcBef>
          <a:spcPts val="0"/>
        </a:spcBef>
        <a:spcAft>
          <a:spcPts val="0"/>
        </a:spcAft>
        <a:buClrTx/>
        <a:buSzTx/>
        <a:buFontTx/>
        <a:buNone/>
        <a:tabLst/>
        <a:defRPr sz="8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0" marR="0" indent="228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2pPr>
      <a:lvl3pPr marL="0" marR="0" indent="457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3pPr>
      <a:lvl4pPr marL="0" marR="0" indent="685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4pPr>
      <a:lvl5pPr marL="0" marR="0" indent="9144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5pPr>
      <a:lvl6pPr marL="0" marR="0" indent="11430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6pPr>
      <a:lvl7pPr marL="0" marR="0" indent="1371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7pPr>
      <a:lvl8pPr marL="0" marR="0" indent="1600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8pPr>
      <a:lvl9pPr marL="0" marR="0" indent="1828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9pPr>
    </p:titleStyle>
    <p:bodyStyle>
      <a:lvl1pPr marL="577850" marR="0" indent="-439738" algn="l" defTabSz="819150" latinLnBrk="0">
        <a:lnSpc>
          <a:spcPct val="120000"/>
        </a:lnSpc>
        <a:spcBef>
          <a:spcPts val="1200"/>
        </a:spcBef>
        <a:spcAft>
          <a:spcPts val="600"/>
        </a:spcAft>
        <a:buClr>
          <a:srgbClr val="00AD93"/>
        </a:buClr>
        <a:buSzPct val="100000"/>
        <a:buFont typeface="Arial" panose="020B0604020202020204" pitchFamily="34" charset="0"/>
        <a:buChar char="•"/>
        <a:tabLst/>
        <a:defRPr sz="4800" b="1"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1306513" marR="0" indent="-374650" algn="l" defTabSz="819150" latinLnBrk="0">
        <a:lnSpc>
          <a:spcPct val="120000"/>
        </a:lnSpc>
        <a:spcBef>
          <a:spcPts val="1200"/>
        </a:spcBef>
        <a:spcAft>
          <a:spcPts val="600"/>
        </a:spcAft>
        <a:buClrTx/>
        <a:buSzPct val="100000"/>
        <a:buFont typeface="Open Sans" panose="020B0606030504020204" pitchFamily="34" charset="0"/>
        <a:buChar char="–"/>
        <a:tabLst/>
        <a:defRPr sz="40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2pPr>
      <a:lvl3pPr marL="1884363" marR="0" indent="-242888" algn="l" defTabSz="819150" latinLnBrk="0">
        <a:lnSpc>
          <a:spcPct val="120000"/>
        </a:lnSpc>
        <a:spcBef>
          <a:spcPts val="1200"/>
        </a:spcBef>
        <a:spcAft>
          <a:spcPts val="600"/>
        </a:spcAft>
        <a:buClrTx/>
        <a:buSzPct val="70000"/>
        <a:buFont typeface="Arial" panose="020B0604020202020204" pitchFamily="34" charset="0"/>
        <a:buChar char="•"/>
        <a:tabLst/>
        <a:defRPr sz="32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3pPr>
      <a:lvl4pPr marL="17907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4pPr>
      <a:lvl5pPr marL="2082800" marR="0" indent="-685800" algn="l" defTabSz="819150" latinLnBrk="0">
        <a:lnSpc>
          <a:spcPct val="110000"/>
        </a:lnSpc>
        <a:spcBef>
          <a:spcPts val="2000"/>
        </a:spcBef>
        <a:spcAft>
          <a:spcPts val="1200"/>
        </a:spcAft>
        <a:buClrTx/>
        <a:buSzPct val="70000"/>
        <a:buFont typeface="Arial" panose="020B0604020202020204" pitchFamily="34" charset="0"/>
        <a:buChar char="•"/>
        <a:tabLst/>
        <a:defRPr sz="3000" b="0" i="0" u="none" strike="noStrike" cap="none" spc="0" baseline="0">
          <a:ln>
            <a:noFill/>
          </a:ln>
          <a:solidFill>
            <a:srgbClr val="575757"/>
          </a:solidFill>
          <a:uFillTx/>
          <a:latin typeface="Open Sans" panose="020B0606030504020204" pitchFamily="34" charset="0"/>
          <a:ea typeface="Open Sans" panose="020B0606030504020204" pitchFamily="34" charset="0"/>
          <a:cs typeface="Open Sans" panose="020B0606030504020204" pitchFamily="34" charset="0"/>
          <a:sym typeface="Gill Sans"/>
        </a:defRPr>
      </a:lvl5pPr>
      <a:lvl6pPr marL="24892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6pPr>
      <a:lvl7pPr marL="27813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7pPr>
      <a:lvl8pPr marL="30734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8pPr>
      <a:lvl9pPr marL="3365500" marR="0" indent="-800100" algn="l" defTabSz="819150" latinLnBrk="0">
        <a:lnSpc>
          <a:spcPct val="100000"/>
        </a:lnSpc>
        <a:spcBef>
          <a:spcPts val="5200"/>
        </a:spcBef>
        <a:spcAft>
          <a:spcPts val="0"/>
        </a:spcAft>
        <a:buClrTx/>
        <a:buSzPct val="171000"/>
        <a:buFontTx/>
        <a:buChar char="•"/>
        <a:tabLst/>
        <a:defRPr sz="5400" b="0" i="0" u="none" strike="noStrike" cap="none" spc="0" baseline="0">
          <a:ln>
            <a:noFill/>
          </a:ln>
          <a:solidFill>
            <a:srgbClr val="000000"/>
          </a:solidFill>
          <a:uFillTx/>
          <a:latin typeface="Gill Sans"/>
          <a:ea typeface="Gill Sans"/>
          <a:cs typeface="Gill Sans"/>
          <a:sym typeface="Gill Sans"/>
        </a:defRPr>
      </a:lvl9pPr>
    </p:bodyStyle>
    <p:otherStyle>
      <a:lvl1pPr marL="0" marR="0" indent="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1pPr>
      <a:lvl2pPr marL="0" marR="0" indent="228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2pPr>
      <a:lvl3pPr marL="0" marR="0" indent="457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3pPr>
      <a:lvl4pPr marL="0" marR="0" indent="685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4pPr>
      <a:lvl5pPr marL="0" marR="0" indent="9144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5pPr>
      <a:lvl6pPr marL="0" marR="0" indent="11430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6pPr>
      <a:lvl7pPr marL="0" marR="0" indent="13716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7pPr>
      <a:lvl8pPr marL="0" marR="0" indent="16002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8pPr>
      <a:lvl9pPr marL="0" marR="0" indent="1828800" algn="ctr" defTabSz="81915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Gill Sans"/>
        </a:defRPr>
      </a:lvl9pPr>
    </p:otherStyle>
  </p:txStyles>
  <p:extLst mod="1">
    <p:ext uri="{27BBF7A9-308A-43DC-89C8-2F10F3537804}">
      <p15:sldGuideLst xmlns:p15="http://schemas.microsoft.com/office/powerpoint/2012/main">
        <p15:guide id="1" orient="horz" pos="4320">
          <p15:clr>
            <a:srgbClr val="F26B43"/>
          </p15:clr>
        </p15:guide>
        <p15:guide id="2" pos="7680">
          <p15:clr>
            <a:srgbClr val="F26B43"/>
          </p15:clr>
        </p15:guide>
        <p15:guide id="3" orient="horz" pos="1920">
          <p15:clr>
            <a:srgbClr val="F26B43"/>
          </p15:clr>
        </p15:guide>
        <p15:guide id="4" orient="horz" pos="960">
          <p15:clr>
            <a:srgbClr val="F26B43"/>
          </p15:clr>
        </p15:guide>
        <p15:guide id="5" pos="792">
          <p15:clr>
            <a:srgbClr val="F26B43"/>
          </p15:clr>
        </p15:guide>
        <p15:guide id="6" pos="14904">
          <p15:clr>
            <a:srgbClr val="F26B43"/>
          </p15:clr>
        </p15:guide>
        <p15:guide id="7" pos="648">
          <p15:clr>
            <a:srgbClr val="F26B43"/>
          </p15:clr>
        </p15:guide>
        <p15:guide id="8" orient="horz" pos="8280">
          <p15:clr>
            <a:srgbClr val="F26B43"/>
          </p15:clr>
        </p15:guide>
        <p15:guide id="9" orient="horz" pos="6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7432" y="3563072"/>
            <a:ext cx="22055366" cy="4241225"/>
          </a:xfrm>
        </p:spPr>
        <p:txBody>
          <a:bodyPr/>
          <a:lstStyle/>
          <a:p>
            <a:r>
              <a:rPr lang="en-US" dirty="0">
                <a:solidFill>
                  <a:schemeClr val="bg1"/>
                </a:solidFill>
              </a:rPr>
              <a:t>Solace &amp; Bosch IoT Showcase</a:t>
            </a:r>
            <a:br>
              <a:rPr lang="en-US" dirty="0">
                <a:solidFill>
                  <a:schemeClr val="bg1"/>
                </a:solidFill>
              </a:rPr>
            </a:br>
            <a:br>
              <a:rPr lang="en-US" dirty="0">
                <a:solidFill>
                  <a:schemeClr val="bg1"/>
                </a:solidFill>
              </a:rPr>
            </a:br>
            <a:r>
              <a:rPr lang="en-US" dirty="0">
                <a:solidFill>
                  <a:schemeClr val="bg1"/>
                </a:solidFill>
              </a:rPr>
              <a:t>Pictures</a:t>
            </a:r>
          </a:p>
        </p:txBody>
      </p:sp>
      <p:sp>
        <p:nvSpPr>
          <p:cNvPr id="4" name="Slide Number Placeholder 3"/>
          <p:cNvSpPr>
            <a:spLocks noGrp="1"/>
          </p:cNvSpPr>
          <p:nvPr>
            <p:ph type="sldNum" sz="quarter" idx="2"/>
          </p:nvPr>
        </p:nvSpPr>
        <p:spPr/>
        <p:txBody>
          <a:bodyPr/>
          <a:lstStyle/>
          <a:p>
            <a:pPr marL="0" marR="0" lvl="0" indent="0" algn="ctr" defTabSz="8191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2800" b="0" i="0" u="none" strike="noStrike" kern="0" cap="none" spc="0" normalizeH="0" baseline="0" noProof="0" smtClean="0">
                <a:ln>
                  <a:noFill/>
                </a:ln>
                <a:solidFill>
                  <a:srgbClr val="474747"/>
                </a:solidFill>
                <a:effectLst/>
                <a:uLnTx/>
                <a:uFillTx/>
                <a:latin typeface="Open Sans" panose="020B0606030504020204" pitchFamily="34" charset="0"/>
                <a:sym typeface="Gill Sans"/>
              </a:rPr>
              <a:pPr marL="0" marR="0" lvl="0" indent="0" algn="ctr" defTabSz="819150" rtl="0" eaLnBrk="1" fontAlgn="auto" latinLnBrk="0" hangingPunct="0">
                <a:lnSpc>
                  <a:spcPct val="100000"/>
                </a:lnSpc>
                <a:spcBef>
                  <a:spcPts val="0"/>
                </a:spcBef>
                <a:spcAft>
                  <a:spcPts val="0"/>
                </a:spcAft>
                <a:buClrTx/>
                <a:buSzTx/>
                <a:buFontTx/>
                <a:buNone/>
                <a:tabLst/>
                <a:defRPr/>
              </a:pPr>
              <a:t>1</a:t>
            </a:fld>
            <a:endParaRPr kumimoji="0" lang="en-US" sz="2800" b="0" i="0" u="none" strike="noStrike" kern="0" cap="none" spc="0" normalizeH="0" baseline="0" noProof="0">
              <a:ln>
                <a:noFill/>
              </a:ln>
              <a:solidFill>
                <a:srgbClr val="474747"/>
              </a:solidFill>
              <a:effectLst/>
              <a:uLnTx/>
              <a:uFillTx/>
              <a:latin typeface="Open Sans" panose="020B0606030504020204" pitchFamily="34" charset="0"/>
              <a:sym typeface="Gill Sans"/>
            </a:endParaRPr>
          </a:p>
        </p:txBody>
      </p:sp>
      <p:sp>
        <p:nvSpPr>
          <p:cNvPr id="5" name="Footer Placeholder 4"/>
          <p:cNvSpPr>
            <a:spLocks noGrp="1"/>
          </p:cNvSpPr>
          <p:nvPr>
            <p:ph type="ftr" sz="quarter" idx="3"/>
          </p:nvPr>
        </p:nvSpPr>
        <p:spPr/>
        <p:txBody>
          <a:bodyPr/>
          <a:lstStyle/>
          <a:p>
            <a:pPr marL="0" marR="0" lvl="0" indent="0" algn="l" defTabSz="81915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474747"/>
                </a:solidFill>
                <a:effectLst/>
                <a:uLnTx/>
                <a:uFillTx/>
                <a:latin typeface="Gill Sans"/>
                <a:cs typeface="Gill Sans"/>
                <a:sym typeface="Gill Sans"/>
              </a:rPr>
              <a:t>© Solace</a:t>
            </a:r>
          </a:p>
          <a:p>
            <a:pPr marL="0" marR="0" lvl="0" indent="0" algn="l" defTabSz="819150" rtl="0" eaLnBrk="1" fontAlgn="auto" latinLnBrk="0" hangingPunct="0">
              <a:lnSpc>
                <a:spcPct val="90000"/>
              </a:lnSpc>
              <a:spcBef>
                <a:spcPts val="0"/>
              </a:spcBef>
              <a:spcAft>
                <a:spcPts val="0"/>
              </a:spcAft>
              <a:buClrTx/>
              <a:buSzTx/>
              <a:buFontTx/>
              <a:buNone/>
              <a:tabLst/>
              <a:defRPr/>
            </a:pPr>
            <a:r>
              <a:rPr kumimoji="0" lang="en-US" sz="1600" b="0" i="0" u="none" strike="noStrike" kern="0" cap="none" spc="0" normalizeH="0" baseline="0" noProof="0">
                <a:ln>
                  <a:noFill/>
                </a:ln>
                <a:solidFill>
                  <a:srgbClr val="474747"/>
                </a:solidFill>
                <a:effectLst/>
                <a:uLnTx/>
                <a:uFillTx/>
                <a:latin typeface="Gill Sans"/>
                <a:cs typeface="Gill Sans"/>
                <a:sym typeface="Gill Sans"/>
              </a:rPr>
              <a:t>Proprietary &amp; Confidential</a:t>
            </a:r>
          </a:p>
        </p:txBody>
      </p:sp>
      <p:sp>
        <p:nvSpPr>
          <p:cNvPr id="6" name="Title 1"/>
          <p:cNvSpPr txBox="1">
            <a:spLocks/>
          </p:cNvSpPr>
          <p:nvPr/>
        </p:nvSpPr>
        <p:spPr>
          <a:xfrm>
            <a:off x="939738" y="946761"/>
            <a:ext cx="22055366" cy="1953414"/>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nchor="ctr" anchorCtr="0"/>
          <a:lstStyle>
            <a:lvl1pPr marL="0" marR="0" indent="0" algn="l" defTabSz="819150" latinLnBrk="0">
              <a:lnSpc>
                <a:spcPct val="90000"/>
              </a:lnSpc>
              <a:spcBef>
                <a:spcPts val="0"/>
              </a:spcBef>
              <a:spcAft>
                <a:spcPts val="0"/>
              </a:spcAft>
              <a:buClrTx/>
              <a:buSzTx/>
              <a:buFontTx/>
              <a:buNone/>
              <a:tabLst/>
              <a:defRPr sz="6600" b="0" i="0" u="none" strike="noStrike" cap="none" spc="0" baseline="0">
                <a:ln>
                  <a:noFill/>
                </a:ln>
                <a:solidFill>
                  <a:srgbClr val="474747"/>
                </a:solidFill>
                <a:uFillTx/>
                <a:latin typeface="Open Sans" panose="020B0606030504020204" pitchFamily="34" charset="0"/>
                <a:ea typeface="Open Sans" panose="020B0606030504020204" pitchFamily="34" charset="0"/>
                <a:cs typeface="Open Sans" panose="020B0606030504020204" pitchFamily="34" charset="0"/>
                <a:sym typeface="Gill Sans"/>
              </a:defRPr>
            </a:lvl1pPr>
            <a:lvl2pPr marL="0" marR="0" indent="228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2pPr>
            <a:lvl3pPr marL="0" marR="0" indent="457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3pPr>
            <a:lvl4pPr marL="0" marR="0" indent="685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4pPr>
            <a:lvl5pPr marL="0" marR="0" indent="9144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5pPr>
            <a:lvl6pPr marL="0" marR="0" indent="11430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6pPr>
            <a:lvl7pPr marL="0" marR="0" indent="13716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7pPr>
            <a:lvl8pPr marL="0" marR="0" indent="16002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8pPr>
            <a:lvl9pPr marL="0" marR="0" indent="1828800" algn="ctr" defTabSz="819150" latinLnBrk="0">
              <a:lnSpc>
                <a:spcPct val="100000"/>
              </a:lnSpc>
              <a:spcBef>
                <a:spcPts val="0"/>
              </a:spcBef>
              <a:spcAft>
                <a:spcPts val="0"/>
              </a:spcAft>
              <a:buClrTx/>
              <a:buSzTx/>
              <a:buFontTx/>
              <a:buNone/>
              <a:tabLst/>
              <a:defRPr sz="11400" b="0" i="0" u="none" strike="noStrike" cap="none" spc="0" baseline="0">
                <a:ln>
                  <a:noFill/>
                </a:ln>
                <a:solidFill>
                  <a:srgbClr val="000000"/>
                </a:solidFill>
                <a:uFillTx/>
                <a:latin typeface="Gill Sans"/>
                <a:ea typeface="Gill Sans"/>
                <a:cs typeface="Gill Sans"/>
                <a:sym typeface="Gill Sans"/>
              </a:defRPr>
            </a:lvl9pPr>
          </a:lstStyle>
          <a:p>
            <a:pPr marL="0" marR="0" lvl="0" indent="0" algn="ctr" defTabSz="819150" rtl="0" eaLnBrk="1" fontAlgn="auto" latinLnBrk="0" hangingPunct="1">
              <a:lnSpc>
                <a:spcPct val="90000"/>
              </a:lnSpc>
              <a:spcBef>
                <a:spcPts val="0"/>
              </a:spcBef>
              <a:spcAft>
                <a:spcPts val="0"/>
              </a:spcAft>
              <a:buClrTx/>
              <a:buSzTx/>
              <a:buFontTx/>
              <a:buNone/>
              <a:tabLst/>
              <a:defRPr/>
            </a:pPr>
            <a:r>
              <a:rPr kumimoji="0" lang="en-US" sz="15000" b="1" i="0" u="none" strike="noStrike" kern="0" cap="none" spc="0" normalizeH="0" baseline="0" noProof="0" dirty="0">
                <a:ln>
                  <a:noFill/>
                </a:ln>
                <a:solidFill>
                  <a:srgbClr val="00C895"/>
                </a:solidFill>
                <a:effectLst/>
                <a:uLnTx/>
                <a:uFillTx/>
                <a:latin typeface="Times" charset="0"/>
                <a:ea typeface="Times" charset="0"/>
                <a:cs typeface="Times" charset="0"/>
                <a:sym typeface="Gill Sans"/>
              </a:rPr>
              <a:t>Hybrid IoT Event Mesh</a:t>
            </a:r>
          </a:p>
        </p:txBody>
      </p:sp>
    </p:spTree>
    <p:extLst>
      <p:ext uri="{BB962C8B-B14F-4D97-AF65-F5344CB8AC3E}">
        <p14:creationId xmlns:p14="http://schemas.microsoft.com/office/powerpoint/2010/main" val="373529469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876E2-96B9-2647-861D-AA68364F65D1}"/>
              </a:ext>
            </a:extLst>
          </p:cNvPr>
          <p:cNvSpPr>
            <a:spLocks noGrp="1"/>
          </p:cNvSpPr>
          <p:nvPr>
            <p:ph type="title"/>
          </p:nvPr>
        </p:nvSpPr>
        <p:spPr/>
        <p:txBody>
          <a:bodyPr/>
          <a:lstStyle/>
          <a:p>
            <a:r>
              <a:rPr lang="en-US" dirty="0" err="1">
                <a:latin typeface="Courier New" panose="02070309020205020404" pitchFamily="49" charset="0"/>
                <a:cs typeface="Courier New" panose="02070309020205020404" pitchFamily="49" charset="0"/>
              </a:rPr>
              <a:t>project_file_structure.png</a:t>
            </a: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C358115B-C7BC-714E-8713-4C461F6A17BF}"/>
              </a:ext>
            </a:extLst>
          </p:cNvPr>
          <p:cNvSpPr>
            <a:spLocks noGrp="1"/>
          </p:cNvSpPr>
          <p:nvPr>
            <p:ph type="sldNum" sz="quarter" idx="2"/>
          </p:nvPr>
        </p:nvSpPr>
        <p:spPr/>
        <p:txBody>
          <a:bodyPr/>
          <a:lstStyle/>
          <a:p>
            <a:fld id="{86CB4B4D-7CA3-9044-876B-883B54F8677D}" type="slidenum">
              <a:rPr lang="en-US" smtClean="0"/>
              <a:pPr/>
              <a:t>2</a:t>
            </a:fld>
            <a:endParaRPr lang="en-US"/>
          </a:p>
        </p:txBody>
      </p:sp>
      <p:sp>
        <p:nvSpPr>
          <p:cNvPr id="5" name="Footer Placeholder 4">
            <a:extLst>
              <a:ext uri="{FF2B5EF4-FFF2-40B4-BE49-F238E27FC236}">
                <a16:creationId xmlns:a16="http://schemas.microsoft.com/office/drawing/2014/main" id="{69585763-15CE-AC48-B5FF-30DC9962BA0A}"/>
              </a:ext>
            </a:extLst>
          </p:cNvPr>
          <p:cNvSpPr>
            <a:spLocks noGrp="1"/>
          </p:cNvSpPr>
          <p:nvPr>
            <p:ph type="ftr" sz="quarter" idx="3"/>
          </p:nvPr>
        </p:nvSpPr>
        <p:spPr/>
        <p:txBody>
          <a:bodyPr/>
          <a:lstStyle/>
          <a:p>
            <a:r>
              <a:rPr lang="en-US"/>
              <a:t>© Solace</a:t>
            </a:r>
          </a:p>
          <a:p>
            <a:r>
              <a:rPr lang="en-US"/>
              <a:t>Proprietary &amp; Confidential</a:t>
            </a:r>
          </a:p>
        </p:txBody>
      </p:sp>
      <p:grpSp>
        <p:nvGrpSpPr>
          <p:cNvPr id="25" name="Group 24">
            <a:extLst>
              <a:ext uri="{FF2B5EF4-FFF2-40B4-BE49-F238E27FC236}">
                <a16:creationId xmlns:a16="http://schemas.microsoft.com/office/drawing/2014/main" id="{76635E2E-AF55-B643-982C-DD1323C5F7A0}"/>
              </a:ext>
            </a:extLst>
          </p:cNvPr>
          <p:cNvGrpSpPr/>
          <p:nvPr/>
        </p:nvGrpSpPr>
        <p:grpSpPr>
          <a:xfrm>
            <a:off x="4618611" y="3228999"/>
            <a:ext cx="11117843" cy="6385396"/>
            <a:chOff x="1577431" y="3038992"/>
            <a:chExt cx="11117843" cy="6385396"/>
          </a:xfrm>
        </p:grpSpPr>
        <p:pic>
          <p:nvPicPr>
            <p:cNvPr id="8" name="Picture 7">
              <a:extLst>
                <a:ext uri="{FF2B5EF4-FFF2-40B4-BE49-F238E27FC236}">
                  <a16:creationId xmlns:a16="http://schemas.microsoft.com/office/drawing/2014/main" id="{4A25E644-31EC-6D43-AD1B-750AE78EF07E}"/>
                </a:ext>
              </a:extLst>
            </p:cNvPr>
            <p:cNvPicPr>
              <a:picLocks noChangeAspect="1"/>
            </p:cNvPicPr>
            <p:nvPr/>
          </p:nvPicPr>
          <p:blipFill>
            <a:blip r:embed="rId2"/>
            <a:stretch>
              <a:fillRect/>
            </a:stretch>
          </p:blipFill>
          <p:spPr>
            <a:xfrm>
              <a:off x="1577431" y="3038992"/>
              <a:ext cx="5567648" cy="6385396"/>
            </a:xfrm>
            <a:prstGeom prst="rect">
              <a:avLst/>
            </a:prstGeom>
          </p:spPr>
        </p:pic>
        <p:sp>
          <p:nvSpPr>
            <p:cNvPr id="14" name="Line Callout 2 (Border and Accent Bar) 13">
              <a:extLst>
                <a:ext uri="{FF2B5EF4-FFF2-40B4-BE49-F238E27FC236}">
                  <a16:creationId xmlns:a16="http://schemas.microsoft.com/office/drawing/2014/main" id="{308C7AA3-740B-134D-9EC4-38CEE3DF7B52}"/>
                </a:ext>
              </a:extLst>
            </p:cNvPr>
            <p:cNvSpPr/>
            <p:nvPr/>
          </p:nvSpPr>
          <p:spPr>
            <a:xfrm>
              <a:off x="7634176" y="3385826"/>
              <a:ext cx="5061098" cy="841256"/>
            </a:xfrm>
            <a:prstGeom prst="accentBorderCallout2">
              <a:avLst>
                <a:gd name="adj1" fmla="val 18750"/>
                <a:gd name="adj2" fmla="val -8333"/>
                <a:gd name="adj3" fmla="val 18750"/>
                <a:gd name="adj4" fmla="val -16667"/>
                <a:gd name="adj5" fmla="val 134271"/>
                <a:gd name="adj6" fmla="val -60017"/>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76300" rtl="0" fontAlgn="auto" latinLnBrk="0" hangingPunct="0">
                <a:lnSpc>
                  <a:spcPct val="100000"/>
                </a:lnSpc>
                <a:spcBef>
                  <a:spcPts val="0"/>
                </a:spcBef>
                <a:spcAft>
                  <a:spcPts val="0"/>
                </a:spcAft>
                <a:buClrTx/>
                <a:buSzTx/>
                <a:buFontTx/>
                <a:buNone/>
                <a:tabLst/>
              </a:pPr>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Config file:</a:t>
              </a:r>
            </a:p>
            <a:p>
              <a:pPr marL="0" marR="0" indent="0" algn="l" defTabSz="8763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chemeClr val="tx1"/>
                  </a:solidFill>
                  <a:effectLst>
                    <a:outerShdw blurRad="38100" dist="12700" dir="5400000" rotWithShape="0">
                      <a:srgbClr val="000000">
                        <a:alpha val="50000"/>
                      </a:srgbClr>
                    </a:outerShdw>
                  </a:effectLst>
                  <a:uFillTx/>
                  <a:latin typeface="Courier New" panose="02070309020205020404" pitchFamily="49" charset="0"/>
                  <a:cs typeface="Courier New" panose="02070309020205020404" pitchFamily="49" charset="0"/>
                  <a:sym typeface="Gill Sans"/>
                </a:rPr>
                <a:t>Goes onto SD Card</a:t>
              </a:r>
            </a:p>
          </p:txBody>
        </p:sp>
        <p:sp>
          <p:nvSpPr>
            <p:cNvPr id="15" name="Line Callout 2 (Border and Accent Bar) 14">
              <a:extLst>
                <a:ext uri="{FF2B5EF4-FFF2-40B4-BE49-F238E27FC236}">
                  <a16:creationId xmlns:a16="http://schemas.microsoft.com/office/drawing/2014/main" id="{A99499F5-51BC-134B-AC65-BB2D18496F56}"/>
                </a:ext>
              </a:extLst>
            </p:cNvPr>
            <p:cNvSpPr/>
            <p:nvPr/>
          </p:nvSpPr>
          <p:spPr>
            <a:xfrm>
              <a:off x="7634176" y="5061729"/>
              <a:ext cx="5061098" cy="841256"/>
            </a:xfrm>
            <a:prstGeom prst="accentBorderCallout2">
              <a:avLst>
                <a:gd name="adj1" fmla="val 18750"/>
                <a:gd name="adj2" fmla="val -8333"/>
                <a:gd name="adj3" fmla="val 18750"/>
                <a:gd name="adj4" fmla="val -16667"/>
                <a:gd name="adj5" fmla="val 53382"/>
                <a:gd name="adj6" fmla="val -42370"/>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76300" rtl="0" fontAlgn="auto" latinLnBrk="0" hangingPunct="0">
                <a:lnSpc>
                  <a:spcPct val="100000"/>
                </a:lnSpc>
                <a:spcBef>
                  <a:spcPts val="0"/>
                </a:spcBef>
                <a:spcAft>
                  <a:spcPts val="0"/>
                </a:spcAft>
                <a:buClrTx/>
                <a:buSzTx/>
                <a:buFontTx/>
                <a:buNone/>
                <a:tabLst/>
              </a:pPr>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The XDK Workbench Eclipse Project</a:t>
              </a:r>
              <a:endParaRPr kumimoji="0" lang="en-US" sz="2400" b="1" i="0" u="none" strike="noStrike" cap="none" spc="0" normalizeH="0" baseline="0" dirty="0">
                <a:ln>
                  <a:noFill/>
                </a:ln>
                <a:solidFill>
                  <a:schemeClr val="tx1"/>
                </a:solidFill>
                <a:effectLst>
                  <a:outerShdw blurRad="38100" dist="12700" dir="5400000" rotWithShape="0">
                    <a:srgbClr val="000000">
                      <a:alpha val="50000"/>
                    </a:srgbClr>
                  </a:outerShdw>
                </a:effectLst>
                <a:uFillTx/>
                <a:latin typeface="Courier New" panose="02070309020205020404" pitchFamily="49" charset="0"/>
                <a:cs typeface="Courier New" panose="02070309020205020404" pitchFamily="49" charset="0"/>
                <a:sym typeface="Gill Sans"/>
              </a:endParaRPr>
            </a:p>
          </p:txBody>
        </p:sp>
        <p:sp>
          <p:nvSpPr>
            <p:cNvPr id="16" name="Line Callout 2 (Border and Accent Bar) 15">
              <a:extLst>
                <a:ext uri="{FF2B5EF4-FFF2-40B4-BE49-F238E27FC236}">
                  <a16:creationId xmlns:a16="http://schemas.microsoft.com/office/drawing/2014/main" id="{8E74EABB-5342-2140-ACD8-C839BB35B919}"/>
                </a:ext>
              </a:extLst>
            </p:cNvPr>
            <p:cNvSpPr/>
            <p:nvPr/>
          </p:nvSpPr>
          <p:spPr>
            <a:xfrm>
              <a:off x="7634176" y="6437372"/>
              <a:ext cx="5061098" cy="841256"/>
            </a:xfrm>
            <a:prstGeom prst="accentBorderCallout2">
              <a:avLst>
                <a:gd name="adj1" fmla="val 18750"/>
                <a:gd name="adj2" fmla="val -8333"/>
                <a:gd name="adj3" fmla="val 18750"/>
                <a:gd name="adj4" fmla="val -16667"/>
                <a:gd name="adj5" fmla="val 55910"/>
                <a:gd name="adj6" fmla="val -61698"/>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76300" rtl="0" fontAlgn="auto" latinLnBrk="0" hangingPunct="0">
                <a:lnSpc>
                  <a:spcPct val="100000"/>
                </a:lnSpc>
                <a:spcBef>
                  <a:spcPts val="0"/>
                </a:spcBef>
                <a:spcAft>
                  <a:spcPts val="0"/>
                </a:spcAft>
                <a:buClrTx/>
                <a:buSzTx/>
                <a:buFontTx/>
                <a:buNone/>
                <a:tabLst/>
              </a:pPr>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Patches required for the XDK SDK</a:t>
              </a:r>
              <a:endParaRPr kumimoji="0" lang="en-US" sz="2400" b="1" i="0" u="none" strike="noStrike" cap="none" spc="0" normalizeH="0" baseline="0" dirty="0">
                <a:ln>
                  <a:noFill/>
                </a:ln>
                <a:solidFill>
                  <a:schemeClr val="tx1"/>
                </a:solidFill>
                <a:effectLst>
                  <a:outerShdw blurRad="38100" dist="12700" dir="5400000" rotWithShape="0">
                    <a:srgbClr val="000000">
                      <a:alpha val="50000"/>
                    </a:srgbClr>
                  </a:outerShdw>
                </a:effectLst>
                <a:uFillTx/>
                <a:latin typeface="Courier New" panose="02070309020205020404" pitchFamily="49" charset="0"/>
                <a:cs typeface="Courier New" panose="02070309020205020404" pitchFamily="49" charset="0"/>
                <a:sym typeface="Gill Sans"/>
              </a:endParaRPr>
            </a:p>
          </p:txBody>
        </p:sp>
        <p:cxnSp>
          <p:nvCxnSpPr>
            <p:cNvPr id="18" name="Elbow Connector 17">
              <a:extLst>
                <a:ext uri="{FF2B5EF4-FFF2-40B4-BE49-F238E27FC236}">
                  <a16:creationId xmlns:a16="http://schemas.microsoft.com/office/drawing/2014/main" id="{A17E942A-AE99-104C-B4C6-9A7D1C89A028}"/>
                </a:ext>
              </a:extLst>
            </p:cNvPr>
            <p:cNvCxnSpPr>
              <a:cxnSpLocks/>
              <a:stCxn id="16" idx="1"/>
            </p:cNvCxnSpPr>
            <p:nvPr/>
          </p:nvCxnSpPr>
          <p:spPr>
            <a:xfrm rot="5400000">
              <a:off x="7892339" y="5914682"/>
              <a:ext cx="908440" cy="3636332"/>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3" name="Elbow Connector 22">
              <a:extLst>
                <a:ext uri="{FF2B5EF4-FFF2-40B4-BE49-F238E27FC236}">
                  <a16:creationId xmlns:a16="http://schemas.microsoft.com/office/drawing/2014/main" id="{CEC34EEC-B748-724B-BA79-E2564F554B0D}"/>
                </a:ext>
              </a:extLst>
            </p:cNvPr>
            <p:cNvCxnSpPr>
              <a:cxnSpLocks/>
              <a:stCxn id="16" idx="1"/>
            </p:cNvCxnSpPr>
            <p:nvPr/>
          </p:nvCxnSpPr>
          <p:spPr>
            <a:xfrm rot="5400000">
              <a:off x="7201685" y="6247374"/>
              <a:ext cx="1931787" cy="3994294"/>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191409439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A002D-E3B3-764A-B87D-E35C6A8E6B18}"/>
              </a:ext>
            </a:extLst>
          </p:cNvPr>
          <p:cNvSpPr>
            <a:spLocks noGrp="1"/>
          </p:cNvSpPr>
          <p:nvPr>
            <p:ph type="title"/>
          </p:nvPr>
        </p:nvSpPr>
        <p:spPr/>
        <p:txBody>
          <a:bodyPr/>
          <a:lstStyle/>
          <a:p>
            <a:r>
              <a:rPr lang="en-US" dirty="0" err="1"/>
              <a:t>Xdk_workbench_install_dir_mac.png</a:t>
            </a:r>
            <a:endParaRPr lang="en-US" dirty="0"/>
          </a:p>
        </p:txBody>
      </p:sp>
      <p:sp>
        <p:nvSpPr>
          <p:cNvPr id="4" name="Slide Number Placeholder 3">
            <a:extLst>
              <a:ext uri="{FF2B5EF4-FFF2-40B4-BE49-F238E27FC236}">
                <a16:creationId xmlns:a16="http://schemas.microsoft.com/office/drawing/2014/main" id="{A73C8E9E-B2CF-FE4B-9AF2-F917193BB842}"/>
              </a:ext>
            </a:extLst>
          </p:cNvPr>
          <p:cNvSpPr>
            <a:spLocks noGrp="1"/>
          </p:cNvSpPr>
          <p:nvPr>
            <p:ph type="sldNum" sz="quarter" idx="2"/>
          </p:nvPr>
        </p:nvSpPr>
        <p:spPr/>
        <p:txBody>
          <a:bodyPr/>
          <a:lstStyle/>
          <a:p>
            <a:fld id="{86CB4B4D-7CA3-9044-876B-883B54F8677D}" type="slidenum">
              <a:rPr lang="en-US" smtClean="0"/>
              <a:pPr/>
              <a:t>3</a:t>
            </a:fld>
            <a:endParaRPr lang="en-US"/>
          </a:p>
        </p:txBody>
      </p:sp>
      <p:sp>
        <p:nvSpPr>
          <p:cNvPr id="5" name="Footer Placeholder 4">
            <a:extLst>
              <a:ext uri="{FF2B5EF4-FFF2-40B4-BE49-F238E27FC236}">
                <a16:creationId xmlns:a16="http://schemas.microsoft.com/office/drawing/2014/main" id="{5A6D6533-D461-3B4C-930E-21784C28E70A}"/>
              </a:ext>
            </a:extLst>
          </p:cNvPr>
          <p:cNvSpPr>
            <a:spLocks noGrp="1"/>
          </p:cNvSpPr>
          <p:nvPr>
            <p:ph type="ftr" sz="quarter" idx="3"/>
          </p:nvPr>
        </p:nvSpPr>
        <p:spPr/>
        <p:txBody>
          <a:bodyPr/>
          <a:lstStyle/>
          <a:p>
            <a:r>
              <a:rPr lang="en-US"/>
              <a:t>© Solace</a:t>
            </a:r>
          </a:p>
          <a:p>
            <a:r>
              <a:rPr lang="en-US"/>
              <a:t>Proprietary &amp; Confidential</a:t>
            </a:r>
          </a:p>
        </p:txBody>
      </p:sp>
      <p:pic>
        <p:nvPicPr>
          <p:cNvPr id="6" name="Picture 5">
            <a:extLst>
              <a:ext uri="{FF2B5EF4-FFF2-40B4-BE49-F238E27FC236}">
                <a16:creationId xmlns:a16="http://schemas.microsoft.com/office/drawing/2014/main" id="{EDA12E20-030F-6046-8E5A-D342BB57A598}"/>
              </a:ext>
            </a:extLst>
          </p:cNvPr>
          <p:cNvPicPr>
            <a:picLocks noChangeAspect="1"/>
          </p:cNvPicPr>
          <p:nvPr/>
        </p:nvPicPr>
        <p:blipFill>
          <a:blip r:embed="rId2"/>
          <a:stretch>
            <a:fillRect/>
          </a:stretch>
        </p:blipFill>
        <p:spPr>
          <a:xfrm>
            <a:off x="1196521" y="3452908"/>
            <a:ext cx="8053805" cy="805381"/>
          </a:xfrm>
          <a:prstGeom prst="rect">
            <a:avLst/>
          </a:prstGeom>
        </p:spPr>
      </p:pic>
    </p:spTree>
    <p:extLst>
      <p:ext uri="{BB962C8B-B14F-4D97-AF65-F5344CB8AC3E}">
        <p14:creationId xmlns:p14="http://schemas.microsoft.com/office/powerpoint/2010/main" val="147409731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A002D-E3B3-764A-B87D-E35C6A8E6B18}"/>
              </a:ext>
            </a:extLst>
          </p:cNvPr>
          <p:cNvSpPr>
            <a:spLocks noGrp="1"/>
          </p:cNvSpPr>
          <p:nvPr>
            <p:ph type="title"/>
          </p:nvPr>
        </p:nvSpPr>
        <p:spPr/>
        <p:txBody>
          <a:bodyPr/>
          <a:lstStyle/>
          <a:p>
            <a:r>
              <a:rPr lang="en-US" dirty="0" err="1"/>
              <a:t>open_project.png</a:t>
            </a:r>
            <a:endParaRPr lang="en-US" dirty="0"/>
          </a:p>
        </p:txBody>
      </p:sp>
      <p:sp>
        <p:nvSpPr>
          <p:cNvPr id="4" name="Slide Number Placeholder 3">
            <a:extLst>
              <a:ext uri="{FF2B5EF4-FFF2-40B4-BE49-F238E27FC236}">
                <a16:creationId xmlns:a16="http://schemas.microsoft.com/office/drawing/2014/main" id="{A73C8E9E-B2CF-FE4B-9AF2-F917193BB842}"/>
              </a:ext>
            </a:extLst>
          </p:cNvPr>
          <p:cNvSpPr>
            <a:spLocks noGrp="1"/>
          </p:cNvSpPr>
          <p:nvPr>
            <p:ph type="sldNum" sz="quarter" idx="2"/>
          </p:nvPr>
        </p:nvSpPr>
        <p:spPr/>
        <p:txBody>
          <a:bodyPr/>
          <a:lstStyle/>
          <a:p>
            <a:fld id="{86CB4B4D-7CA3-9044-876B-883B54F8677D}" type="slidenum">
              <a:rPr lang="en-US" smtClean="0"/>
              <a:pPr/>
              <a:t>4</a:t>
            </a:fld>
            <a:endParaRPr lang="en-US"/>
          </a:p>
        </p:txBody>
      </p:sp>
      <p:sp>
        <p:nvSpPr>
          <p:cNvPr id="5" name="Footer Placeholder 4">
            <a:extLst>
              <a:ext uri="{FF2B5EF4-FFF2-40B4-BE49-F238E27FC236}">
                <a16:creationId xmlns:a16="http://schemas.microsoft.com/office/drawing/2014/main" id="{5A6D6533-D461-3B4C-930E-21784C28E70A}"/>
              </a:ext>
            </a:extLst>
          </p:cNvPr>
          <p:cNvSpPr>
            <a:spLocks noGrp="1"/>
          </p:cNvSpPr>
          <p:nvPr>
            <p:ph type="ftr" sz="quarter" idx="3"/>
          </p:nvPr>
        </p:nvSpPr>
        <p:spPr/>
        <p:txBody>
          <a:bodyPr/>
          <a:lstStyle/>
          <a:p>
            <a:r>
              <a:rPr lang="en-US"/>
              <a:t>© Solace</a:t>
            </a:r>
          </a:p>
          <a:p>
            <a:r>
              <a:rPr lang="en-US"/>
              <a:t>Proprietary &amp; Confidential</a:t>
            </a:r>
          </a:p>
        </p:txBody>
      </p:sp>
      <p:pic>
        <p:nvPicPr>
          <p:cNvPr id="8" name="Picture 7">
            <a:extLst>
              <a:ext uri="{FF2B5EF4-FFF2-40B4-BE49-F238E27FC236}">
                <a16:creationId xmlns:a16="http://schemas.microsoft.com/office/drawing/2014/main" id="{EF7098E6-6F2C-D249-9F45-6457780A8AEC}"/>
              </a:ext>
            </a:extLst>
          </p:cNvPr>
          <p:cNvPicPr>
            <a:picLocks noChangeAspect="1"/>
          </p:cNvPicPr>
          <p:nvPr/>
        </p:nvPicPr>
        <p:blipFill>
          <a:blip r:embed="rId2"/>
          <a:stretch>
            <a:fillRect/>
          </a:stretch>
        </p:blipFill>
        <p:spPr>
          <a:xfrm>
            <a:off x="2211277" y="3457649"/>
            <a:ext cx="10735636" cy="2305198"/>
          </a:xfrm>
          <a:prstGeom prst="rect">
            <a:avLst/>
          </a:prstGeom>
        </p:spPr>
      </p:pic>
    </p:spTree>
    <p:extLst>
      <p:ext uri="{BB962C8B-B14F-4D97-AF65-F5344CB8AC3E}">
        <p14:creationId xmlns:p14="http://schemas.microsoft.com/office/powerpoint/2010/main" val="54024044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AE838-985C-AC4C-8338-6151233DD61D}"/>
              </a:ext>
            </a:extLst>
          </p:cNvPr>
          <p:cNvSpPr>
            <a:spLocks noGrp="1"/>
          </p:cNvSpPr>
          <p:nvPr>
            <p:ph type="title"/>
          </p:nvPr>
        </p:nvSpPr>
        <p:spPr/>
        <p:txBody>
          <a:bodyPr/>
          <a:lstStyle/>
          <a:p>
            <a:r>
              <a:rPr lang="en-US" dirty="0" err="1"/>
              <a:t>import_project.png</a:t>
            </a:r>
            <a:endParaRPr lang="en-US" dirty="0"/>
          </a:p>
        </p:txBody>
      </p:sp>
      <p:sp>
        <p:nvSpPr>
          <p:cNvPr id="3" name="Slide Number Placeholder 2">
            <a:extLst>
              <a:ext uri="{FF2B5EF4-FFF2-40B4-BE49-F238E27FC236}">
                <a16:creationId xmlns:a16="http://schemas.microsoft.com/office/drawing/2014/main" id="{2B5CA770-A346-D243-AE49-27EB91481A27}"/>
              </a:ext>
            </a:extLst>
          </p:cNvPr>
          <p:cNvSpPr>
            <a:spLocks noGrp="1"/>
          </p:cNvSpPr>
          <p:nvPr>
            <p:ph type="sldNum" sz="quarter" idx="2"/>
          </p:nvPr>
        </p:nvSpPr>
        <p:spPr/>
        <p:txBody>
          <a:bodyPr/>
          <a:lstStyle/>
          <a:p>
            <a:fld id="{86CB4B4D-7CA3-9044-876B-883B54F8677D}" type="slidenum">
              <a:rPr lang="en-US" smtClean="0"/>
              <a:pPr/>
              <a:t>5</a:t>
            </a:fld>
            <a:endParaRPr lang="en-US" dirty="0"/>
          </a:p>
        </p:txBody>
      </p:sp>
      <p:sp>
        <p:nvSpPr>
          <p:cNvPr id="4" name="Footer Placeholder 3">
            <a:extLst>
              <a:ext uri="{FF2B5EF4-FFF2-40B4-BE49-F238E27FC236}">
                <a16:creationId xmlns:a16="http://schemas.microsoft.com/office/drawing/2014/main" id="{5AB0371D-9BD6-3741-8335-69E1019FF64C}"/>
              </a:ext>
            </a:extLst>
          </p:cNvPr>
          <p:cNvSpPr>
            <a:spLocks noGrp="1"/>
          </p:cNvSpPr>
          <p:nvPr>
            <p:ph type="ftr" sz="quarter" idx="3"/>
          </p:nvPr>
        </p:nvSpPr>
        <p:spPr/>
        <p:txBody>
          <a:bodyPr/>
          <a:lstStyle/>
          <a:p>
            <a:r>
              <a:rPr lang="en-US"/>
              <a:t>© Solace</a:t>
            </a:r>
          </a:p>
          <a:p>
            <a:r>
              <a:rPr lang="en-US"/>
              <a:t>Proprietary &amp; Confidential</a:t>
            </a:r>
            <a:endParaRPr lang="en-US" dirty="0"/>
          </a:p>
        </p:txBody>
      </p:sp>
      <p:grpSp>
        <p:nvGrpSpPr>
          <p:cNvPr id="9" name="Group 8">
            <a:extLst>
              <a:ext uri="{FF2B5EF4-FFF2-40B4-BE49-F238E27FC236}">
                <a16:creationId xmlns:a16="http://schemas.microsoft.com/office/drawing/2014/main" id="{ECEAB376-F844-5546-968B-FC7B331C2D8B}"/>
              </a:ext>
            </a:extLst>
          </p:cNvPr>
          <p:cNvGrpSpPr/>
          <p:nvPr/>
        </p:nvGrpSpPr>
        <p:grpSpPr>
          <a:xfrm>
            <a:off x="1196521" y="2708359"/>
            <a:ext cx="11987851" cy="8299281"/>
            <a:chOff x="1196521" y="2708359"/>
            <a:chExt cx="11987851" cy="8299281"/>
          </a:xfrm>
        </p:grpSpPr>
        <p:pic>
          <p:nvPicPr>
            <p:cNvPr id="5" name="Picture 4">
              <a:extLst>
                <a:ext uri="{FF2B5EF4-FFF2-40B4-BE49-F238E27FC236}">
                  <a16:creationId xmlns:a16="http://schemas.microsoft.com/office/drawing/2014/main" id="{2DA9D830-B5EA-3B40-B543-EC0173C4093C}"/>
                </a:ext>
              </a:extLst>
            </p:cNvPr>
            <p:cNvPicPr>
              <a:picLocks noChangeAspect="1"/>
            </p:cNvPicPr>
            <p:nvPr/>
          </p:nvPicPr>
          <p:blipFill>
            <a:blip r:embed="rId2"/>
            <a:stretch>
              <a:fillRect/>
            </a:stretch>
          </p:blipFill>
          <p:spPr>
            <a:xfrm>
              <a:off x="1196521" y="2708359"/>
              <a:ext cx="11987851" cy="8299281"/>
            </a:xfrm>
            <a:prstGeom prst="rect">
              <a:avLst/>
            </a:prstGeom>
          </p:spPr>
        </p:pic>
        <p:cxnSp>
          <p:nvCxnSpPr>
            <p:cNvPr id="7" name="Straight Connector 6">
              <a:extLst>
                <a:ext uri="{FF2B5EF4-FFF2-40B4-BE49-F238E27FC236}">
                  <a16:creationId xmlns:a16="http://schemas.microsoft.com/office/drawing/2014/main" id="{816FD2CB-F026-7F46-B9B3-16640590D390}"/>
                </a:ext>
              </a:extLst>
            </p:cNvPr>
            <p:cNvCxnSpPr>
              <a:cxnSpLocks/>
            </p:cNvCxnSpPr>
            <p:nvPr/>
          </p:nvCxnSpPr>
          <p:spPr>
            <a:xfrm flipH="1">
              <a:off x="2615610" y="4204726"/>
              <a:ext cx="3986668" cy="0"/>
            </a:xfrm>
            <a:prstGeom prst="line">
              <a:avLst/>
            </a:prstGeom>
            <a:noFill/>
            <a:ln w="2127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338011591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52E71-4DBF-C749-B35F-0920B9503092}"/>
              </a:ext>
            </a:extLst>
          </p:cNvPr>
          <p:cNvSpPr>
            <a:spLocks noGrp="1"/>
          </p:cNvSpPr>
          <p:nvPr>
            <p:ph type="title"/>
          </p:nvPr>
        </p:nvSpPr>
        <p:spPr/>
        <p:txBody>
          <a:bodyPr/>
          <a:lstStyle/>
          <a:p>
            <a:r>
              <a:rPr lang="en-US" dirty="0" err="1"/>
              <a:t>build_project.png</a:t>
            </a:r>
            <a:endParaRPr lang="en-US" dirty="0"/>
          </a:p>
        </p:txBody>
      </p:sp>
      <p:pic>
        <p:nvPicPr>
          <p:cNvPr id="3" name="Picture 2">
            <a:extLst>
              <a:ext uri="{FF2B5EF4-FFF2-40B4-BE49-F238E27FC236}">
                <a16:creationId xmlns:a16="http://schemas.microsoft.com/office/drawing/2014/main" id="{B2708507-84B5-414F-B3BD-FB5D3A6319EF}"/>
              </a:ext>
            </a:extLst>
          </p:cNvPr>
          <p:cNvPicPr>
            <a:picLocks noChangeAspect="1"/>
          </p:cNvPicPr>
          <p:nvPr/>
        </p:nvPicPr>
        <p:blipFill>
          <a:blip r:embed="rId2"/>
          <a:stretch>
            <a:fillRect/>
          </a:stretch>
        </p:blipFill>
        <p:spPr>
          <a:xfrm>
            <a:off x="1778294" y="3561169"/>
            <a:ext cx="7408235" cy="6737966"/>
          </a:xfrm>
          <a:prstGeom prst="rect">
            <a:avLst/>
          </a:prstGeom>
        </p:spPr>
      </p:pic>
    </p:spTree>
    <p:extLst>
      <p:ext uri="{BB962C8B-B14F-4D97-AF65-F5344CB8AC3E}">
        <p14:creationId xmlns:p14="http://schemas.microsoft.com/office/powerpoint/2010/main" val="2524341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5583-0F1B-254E-A930-A3A9DEDAA61C}"/>
              </a:ext>
            </a:extLst>
          </p:cNvPr>
          <p:cNvSpPr>
            <a:spLocks noGrp="1"/>
          </p:cNvSpPr>
          <p:nvPr>
            <p:ph type="title"/>
          </p:nvPr>
        </p:nvSpPr>
        <p:spPr/>
        <p:txBody>
          <a:bodyPr/>
          <a:lstStyle/>
          <a:p>
            <a:r>
              <a:rPr lang="en-US" dirty="0" err="1"/>
              <a:t>xdk_devices_panel.png</a:t>
            </a:r>
            <a:endParaRPr lang="en-US" dirty="0"/>
          </a:p>
        </p:txBody>
      </p:sp>
      <p:grpSp>
        <p:nvGrpSpPr>
          <p:cNvPr id="8" name="Group 7">
            <a:extLst>
              <a:ext uri="{FF2B5EF4-FFF2-40B4-BE49-F238E27FC236}">
                <a16:creationId xmlns:a16="http://schemas.microsoft.com/office/drawing/2014/main" id="{825747EA-BDE0-1B4C-80B7-BF9D8643645C}"/>
              </a:ext>
            </a:extLst>
          </p:cNvPr>
          <p:cNvGrpSpPr/>
          <p:nvPr/>
        </p:nvGrpSpPr>
        <p:grpSpPr>
          <a:xfrm>
            <a:off x="2279501" y="2856750"/>
            <a:ext cx="18329940" cy="4564775"/>
            <a:chOff x="2279501" y="2856750"/>
            <a:chExt cx="18329940" cy="4564775"/>
          </a:xfrm>
        </p:grpSpPr>
        <p:pic>
          <p:nvPicPr>
            <p:cNvPr id="3" name="Picture 2">
              <a:extLst>
                <a:ext uri="{FF2B5EF4-FFF2-40B4-BE49-F238E27FC236}">
                  <a16:creationId xmlns:a16="http://schemas.microsoft.com/office/drawing/2014/main" id="{6D732CB7-146A-7B4E-8FD1-6445973E0152}"/>
                </a:ext>
              </a:extLst>
            </p:cNvPr>
            <p:cNvPicPr>
              <a:picLocks noChangeAspect="1"/>
            </p:cNvPicPr>
            <p:nvPr/>
          </p:nvPicPr>
          <p:blipFill>
            <a:blip r:embed="rId2"/>
            <a:stretch>
              <a:fillRect/>
            </a:stretch>
          </p:blipFill>
          <p:spPr>
            <a:xfrm>
              <a:off x="2279501" y="4691320"/>
              <a:ext cx="11330351" cy="2730205"/>
            </a:xfrm>
            <a:prstGeom prst="rect">
              <a:avLst/>
            </a:prstGeom>
          </p:spPr>
        </p:pic>
        <p:sp>
          <p:nvSpPr>
            <p:cNvPr id="5" name="Line Callout 2 (Border and Accent Bar) 4">
              <a:extLst>
                <a:ext uri="{FF2B5EF4-FFF2-40B4-BE49-F238E27FC236}">
                  <a16:creationId xmlns:a16="http://schemas.microsoft.com/office/drawing/2014/main" id="{FF753856-3582-5E46-9B68-3C5D0F2A3EDE}"/>
                </a:ext>
              </a:extLst>
            </p:cNvPr>
            <p:cNvSpPr/>
            <p:nvPr/>
          </p:nvSpPr>
          <p:spPr>
            <a:xfrm>
              <a:off x="14187553" y="3226082"/>
              <a:ext cx="6421888" cy="471924"/>
            </a:xfrm>
            <a:prstGeom prst="accentBorderCallout2">
              <a:avLst>
                <a:gd name="adj1" fmla="val 18750"/>
                <a:gd name="adj2" fmla="val -8333"/>
                <a:gd name="adj3" fmla="val 18750"/>
                <a:gd name="adj4" fmla="val -16667"/>
                <a:gd name="adj5" fmla="val 350762"/>
                <a:gd name="adj6" fmla="val -32554"/>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876300" rtl="0" fontAlgn="auto" latinLnBrk="0" hangingPunct="0">
                <a:lnSpc>
                  <a:spcPct val="100000"/>
                </a:lnSpc>
                <a:spcBef>
                  <a:spcPts val="0"/>
                </a:spcBef>
                <a:spcAft>
                  <a:spcPts val="0"/>
                </a:spcAft>
                <a:buClrTx/>
                <a:buSzTx/>
                <a:buFontTx/>
                <a:buNone/>
                <a:tabLst/>
              </a:pPr>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Refresh then list </a:t>
              </a:r>
              <a:endParaRPr kumimoji="0" lang="en-US" sz="2400" b="1" i="0" u="none" strike="noStrike" cap="none" spc="0" normalizeH="0" baseline="0" dirty="0">
                <a:ln>
                  <a:noFill/>
                </a:ln>
                <a:solidFill>
                  <a:schemeClr val="tx1"/>
                </a:solidFill>
                <a:effectLst>
                  <a:outerShdw blurRad="38100" dist="12700" dir="5400000" rotWithShape="0">
                    <a:srgbClr val="000000">
                      <a:alpha val="50000"/>
                    </a:srgbClr>
                  </a:outerShdw>
                </a:effectLst>
                <a:uFillTx/>
                <a:latin typeface="Courier New" panose="02070309020205020404" pitchFamily="49" charset="0"/>
                <a:cs typeface="Courier New" panose="02070309020205020404" pitchFamily="49" charset="0"/>
                <a:sym typeface="Gill Sans"/>
              </a:endParaRPr>
            </a:p>
          </p:txBody>
        </p:sp>
        <p:sp>
          <p:nvSpPr>
            <p:cNvPr id="6" name="Line Callout 3 (Border and Accent Bar) 5">
              <a:extLst>
                <a:ext uri="{FF2B5EF4-FFF2-40B4-BE49-F238E27FC236}">
                  <a16:creationId xmlns:a16="http://schemas.microsoft.com/office/drawing/2014/main" id="{89235AAD-8B97-A74A-83F9-5409070E5821}"/>
                </a:ext>
              </a:extLst>
            </p:cNvPr>
            <p:cNvSpPr/>
            <p:nvPr/>
          </p:nvSpPr>
          <p:spPr>
            <a:xfrm>
              <a:off x="4733732" y="2856750"/>
              <a:ext cx="6421888" cy="1210588"/>
            </a:xfrm>
            <a:prstGeom prst="accentBorderCallout3">
              <a:avLst>
                <a:gd name="adj1" fmla="val 18750"/>
                <a:gd name="adj2" fmla="val -8333"/>
                <a:gd name="adj3" fmla="val 18750"/>
                <a:gd name="adj4" fmla="val -16667"/>
                <a:gd name="adj5" fmla="val 100000"/>
                <a:gd name="adj6" fmla="val -16667"/>
                <a:gd name="adj7" fmla="val 285109"/>
                <a:gd name="adj8" fmla="val 3257"/>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876300"/>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Shows with mode the device is in:</a:t>
              </a:r>
            </a:p>
            <a:p>
              <a:pPr marL="342900" indent="-342900" algn="l" defTabSz="876300">
                <a:buFontTx/>
                <a:buChar char="-"/>
              </a:pPr>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Bootloader (you can flash)</a:t>
              </a:r>
            </a:p>
            <a:p>
              <a:pPr marL="342900" indent="-342900" algn="l" defTabSz="876300">
                <a:buFontTx/>
                <a:buChar char="-"/>
              </a:pPr>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Application (you can reboot)</a:t>
              </a:r>
            </a:p>
          </p:txBody>
        </p:sp>
        <p:sp>
          <p:nvSpPr>
            <p:cNvPr id="7" name="Line Callout 2 (Border and Accent Bar) 6">
              <a:extLst>
                <a:ext uri="{FF2B5EF4-FFF2-40B4-BE49-F238E27FC236}">
                  <a16:creationId xmlns:a16="http://schemas.microsoft.com/office/drawing/2014/main" id="{904F4885-3A0A-9244-A540-F5CFFC55A3C7}"/>
                </a:ext>
              </a:extLst>
            </p:cNvPr>
            <p:cNvSpPr/>
            <p:nvPr/>
          </p:nvSpPr>
          <p:spPr>
            <a:xfrm>
              <a:off x="14187553" y="5820460"/>
              <a:ext cx="6421888" cy="1037540"/>
            </a:xfrm>
            <a:prstGeom prst="accentBorderCallout2">
              <a:avLst>
                <a:gd name="adj1" fmla="val 18750"/>
                <a:gd name="adj2" fmla="val -8333"/>
                <a:gd name="adj3" fmla="val 18750"/>
                <a:gd name="adj4" fmla="val -16667"/>
                <a:gd name="adj5" fmla="val -69382"/>
                <a:gd name="adj6" fmla="val -25638"/>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876300" rtl="0" fontAlgn="auto" latinLnBrk="0" hangingPunct="0">
                <a:lnSpc>
                  <a:spcPct val="100000"/>
                </a:lnSpc>
                <a:spcBef>
                  <a:spcPts val="0"/>
                </a:spcBef>
                <a:spcAft>
                  <a:spcPts val="0"/>
                </a:spcAft>
                <a:buClrTx/>
                <a:buSzTx/>
                <a:buFontTx/>
                <a:buNone/>
                <a:tabLst/>
              </a:pPr>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Change device from Application to Bootloader mode.</a:t>
              </a:r>
              <a:endParaRPr kumimoji="0" lang="en-US" sz="2400" b="1" i="0" u="none" strike="noStrike" cap="none" spc="0" normalizeH="0" baseline="0" dirty="0">
                <a:ln>
                  <a:noFill/>
                </a:ln>
                <a:solidFill>
                  <a:schemeClr val="tx1"/>
                </a:solidFill>
                <a:effectLst>
                  <a:outerShdw blurRad="38100" dist="12700" dir="5400000" rotWithShape="0">
                    <a:srgbClr val="000000">
                      <a:alpha val="50000"/>
                    </a:srgbClr>
                  </a:outerShdw>
                </a:effectLst>
                <a:uFillTx/>
                <a:latin typeface="Courier New" panose="02070309020205020404" pitchFamily="49" charset="0"/>
                <a:cs typeface="Courier New" panose="02070309020205020404" pitchFamily="49" charset="0"/>
                <a:sym typeface="Gill Sans"/>
              </a:endParaRPr>
            </a:p>
          </p:txBody>
        </p:sp>
      </p:grpSp>
    </p:spTree>
    <p:extLst>
      <p:ext uri="{BB962C8B-B14F-4D97-AF65-F5344CB8AC3E}">
        <p14:creationId xmlns:p14="http://schemas.microsoft.com/office/powerpoint/2010/main" val="3440666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185BF-1915-9F4A-B912-2F7FABDBDEA6}"/>
              </a:ext>
            </a:extLst>
          </p:cNvPr>
          <p:cNvSpPr>
            <a:spLocks noGrp="1"/>
          </p:cNvSpPr>
          <p:nvPr>
            <p:ph type="title"/>
          </p:nvPr>
        </p:nvSpPr>
        <p:spPr/>
        <p:txBody>
          <a:bodyPr/>
          <a:lstStyle/>
          <a:p>
            <a:r>
              <a:rPr lang="en-US" dirty="0" err="1"/>
              <a:t>flashing_invalid_app.png</a:t>
            </a:r>
            <a:endParaRPr lang="en-US" dirty="0"/>
          </a:p>
        </p:txBody>
      </p:sp>
      <p:sp>
        <p:nvSpPr>
          <p:cNvPr id="3" name="Slide Number Placeholder 2">
            <a:extLst>
              <a:ext uri="{FF2B5EF4-FFF2-40B4-BE49-F238E27FC236}">
                <a16:creationId xmlns:a16="http://schemas.microsoft.com/office/drawing/2014/main" id="{4FF0C7C1-7159-2A4A-B23D-823217B572A0}"/>
              </a:ext>
            </a:extLst>
          </p:cNvPr>
          <p:cNvSpPr>
            <a:spLocks noGrp="1"/>
          </p:cNvSpPr>
          <p:nvPr>
            <p:ph type="sldNum" sz="quarter" idx="2"/>
          </p:nvPr>
        </p:nvSpPr>
        <p:spPr/>
        <p:txBody>
          <a:bodyPr/>
          <a:lstStyle/>
          <a:p>
            <a:fld id="{86CB4B4D-7CA3-9044-876B-883B54F8677D}" type="slidenum">
              <a:rPr lang="en-US" smtClean="0"/>
              <a:pPr/>
              <a:t>8</a:t>
            </a:fld>
            <a:endParaRPr lang="en-US" dirty="0"/>
          </a:p>
        </p:txBody>
      </p:sp>
      <p:sp>
        <p:nvSpPr>
          <p:cNvPr id="4" name="Footer Placeholder 3">
            <a:extLst>
              <a:ext uri="{FF2B5EF4-FFF2-40B4-BE49-F238E27FC236}">
                <a16:creationId xmlns:a16="http://schemas.microsoft.com/office/drawing/2014/main" id="{26E9BE04-5C2B-5046-9386-8BF7D4E40B12}"/>
              </a:ext>
            </a:extLst>
          </p:cNvPr>
          <p:cNvSpPr>
            <a:spLocks noGrp="1"/>
          </p:cNvSpPr>
          <p:nvPr>
            <p:ph type="ftr" sz="quarter" idx="3"/>
          </p:nvPr>
        </p:nvSpPr>
        <p:spPr/>
        <p:txBody>
          <a:bodyPr/>
          <a:lstStyle/>
          <a:p>
            <a:r>
              <a:rPr lang="en-US"/>
              <a:t>© Solace</a:t>
            </a:r>
          </a:p>
          <a:p>
            <a:r>
              <a:rPr lang="en-US"/>
              <a:t>Proprietary &amp; Confidential</a:t>
            </a:r>
            <a:endParaRPr lang="en-US" dirty="0"/>
          </a:p>
        </p:txBody>
      </p:sp>
      <p:grpSp>
        <p:nvGrpSpPr>
          <p:cNvPr id="9" name="Group 8">
            <a:extLst>
              <a:ext uri="{FF2B5EF4-FFF2-40B4-BE49-F238E27FC236}">
                <a16:creationId xmlns:a16="http://schemas.microsoft.com/office/drawing/2014/main" id="{BCA075C8-35A9-E84D-B48E-34E85324E2F8}"/>
              </a:ext>
            </a:extLst>
          </p:cNvPr>
          <p:cNvGrpSpPr/>
          <p:nvPr/>
        </p:nvGrpSpPr>
        <p:grpSpPr>
          <a:xfrm>
            <a:off x="1577431" y="4374425"/>
            <a:ext cx="21625954" cy="4351564"/>
            <a:chOff x="1577431" y="4374425"/>
            <a:chExt cx="21625954" cy="4351564"/>
          </a:xfrm>
        </p:grpSpPr>
        <p:pic>
          <p:nvPicPr>
            <p:cNvPr id="5" name="Picture 4">
              <a:extLst>
                <a:ext uri="{FF2B5EF4-FFF2-40B4-BE49-F238E27FC236}">
                  <a16:creationId xmlns:a16="http://schemas.microsoft.com/office/drawing/2014/main" id="{F75AA936-017B-464D-A88C-C12C4F160689}"/>
                </a:ext>
              </a:extLst>
            </p:cNvPr>
            <p:cNvPicPr>
              <a:picLocks noChangeAspect="1"/>
            </p:cNvPicPr>
            <p:nvPr/>
          </p:nvPicPr>
          <p:blipFill>
            <a:blip r:embed="rId2"/>
            <a:stretch>
              <a:fillRect/>
            </a:stretch>
          </p:blipFill>
          <p:spPr>
            <a:xfrm>
              <a:off x="1577431" y="4374425"/>
              <a:ext cx="21625954" cy="4351564"/>
            </a:xfrm>
            <a:prstGeom prst="rect">
              <a:avLst/>
            </a:prstGeom>
          </p:spPr>
        </p:pic>
        <p:cxnSp>
          <p:nvCxnSpPr>
            <p:cNvPr id="6" name="Straight Connector 5">
              <a:extLst>
                <a:ext uri="{FF2B5EF4-FFF2-40B4-BE49-F238E27FC236}">
                  <a16:creationId xmlns:a16="http://schemas.microsoft.com/office/drawing/2014/main" id="{B6D6F08E-6368-AC45-B338-53C66F8BCD61}"/>
                </a:ext>
              </a:extLst>
            </p:cNvPr>
            <p:cNvCxnSpPr>
              <a:cxnSpLocks/>
            </p:cNvCxnSpPr>
            <p:nvPr/>
          </p:nvCxnSpPr>
          <p:spPr>
            <a:xfrm flipH="1">
              <a:off x="4862421" y="5040749"/>
              <a:ext cx="7329579" cy="0"/>
            </a:xfrm>
            <a:prstGeom prst="line">
              <a:avLst/>
            </a:prstGeom>
            <a:noFill/>
            <a:ln w="2127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 name="Oval 7">
              <a:extLst>
                <a:ext uri="{FF2B5EF4-FFF2-40B4-BE49-F238E27FC236}">
                  <a16:creationId xmlns:a16="http://schemas.microsoft.com/office/drawing/2014/main" id="{1AE28272-1F95-BE46-85AF-D63579063D88}"/>
                </a:ext>
              </a:extLst>
            </p:cNvPr>
            <p:cNvSpPr/>
            <p:nvPr/>
          </p:nvSpPr>
          <p:spPr>
            <a:xfrm>
              <a:off x="4467496" y="7811589"/>
              <a:ext cx="3683727" cy="914400"/>
            </a:xfrm>
            <a:prstGeom prst="ellipse">
              <a:avLst/>
            </a:prstGeom>
            <a:noFill/>
            <a:ln w="12700" cap="flat">
              <a:solidFill>
                <a:srgbClr val="FF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spTree>
    <p:extLst>
      <p:ext uri="{BB962C8B-B14F-4D97-AF65-F5344CB8AC3E}">
        <p14:creationId xmlns:p14="http://schemas.microsoft.com/office/powerpoint/2010/main" val="92175566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FF63-7955-D246-858F-B96364401CF9}"/>
              </a:ext>
            </a:extLst>
          </p:cNvPr>
          <p:cNvSpPr>
            <a:spLocks noGrp="1"/>
          </p:cNvSpPr>
          <p:nvPr>
            <p:ph type="title"/>
          </p:nvPr>
        </p:nvSpPr>
        <p:spPr/>
        <p:txBody>
          <a:bodyPr/>
          <a:lstStyle/>
          <a:p>
            <a:r>
              <a:rPr lang="en-US" dirty="0" err="1"/>
              <a:t>config.png</a:t>
            </a:r>
            <a:endParaRPr lang="en-US" dirty="0"/>
          </a:p>
        </p:txBody>
      </p:sp>
      <p:grpSp>
        <p:nvGrpSpPr>
          <p:cNvPr id="6" name="Group 5">
            <a:extLst>
              <a:ext uri="{FF2B5EF4-FFF2-40B4-BE49-F238E27FC236}">
                <a16:creationId xmlns:a16="http://schemas.microsoft.com/office/drawing/2014/main" id="{0A0E6776-82D3-394F-B3D9-58C80B0F3BE9}"/>
              </a:ext>
            </a:extLst>
          </p:cNvPr>
          <p:cNvGrpSpPr/>
          <p:nvPr/>
        </p:nvGrpSpPr>
        <p:grpSpPr>
          <a:xfrm>
            <a:off x="1441269" y="3301456"/>
            <a:ext cx="14153840" cy="5450658"/>
            <a:chOff x="1441269" y="3301456"/>
            <a:chExt cx="14153840" cy="5450658"/>
          </a:xfrm>
        </p:grpSpPr>
        <p:pic>
          <p:nvPicPr>
            <p:cNvPr id="3" name="Picture 2">
              <a:extLst>
                <a:ext uri="{FF2B5EF4-FFF2-40B4-BE49-F238E27FC236}">
                  <a16:creationId xmlns:a16="http://schemas.microsoft.com/office/drawing/2014/main" id="{B6DC6000-3FF6-7340-A59B-ECF48FE7E5DC}"/>
                </a:ext>
              </a:extLst>
            </p:cNvPr>
            <p:cNvPicPr>
              <a:picLocks noChangeAspect="1"/>
            </p:cNvPicPr>
            <p:nvPr/>
          </p:nvPicPr>
          <p:blipFill>
            <a:blip r:embed="rId2"/>
            <a:stretch>
              <a:fillRect/>
            </a:stretch>
          </p:blipFill>
          <p:spPr>
            <a:xfrm>
              <a:off x="1441269" y="3301456"/>
              <a:ext cx="14153840" cy="5450658"/>
            </a:xfrm>
            <a:prstGeom prst="rect">
              <a:avLst/>
            </a:prstGeom>
          </p:spPr>
        </p:pic>
        <p:sp>
          <p:nvSpPr>
            <p:cNvPr id="4" name="Oval 3">
              <a:extLst>
                <a:ext uri="{FF2B5EF4-FFF2-40B4-BE49-F238E27FC236}">
                  <a16:creationId xmlns:a16="http://schemas.microsoft.com/office/drawing/2014/main" id="{9049A761-D1A1-9F43-A6B6-711337D29F00}"/>
                </a:ext>
              </a:extLst>
            </p:cNvPr>
            <p:cNvSpPr/>
            <p:nvPr/>
          </p:nvSpPr>
          <p:spPr>
            <a:xfrm>
              <a:off x="7341327" y="6026785"/>
              <a:ext cx="6008916" cy="548640"/>
            </a:xfrm>
            <a:prstGeom prst="ellipse">
              <a:avLst/>
            </a:prstGeom>
            <a:noFill/>
            <a:ln w="76200" cap="flat">
              <a:solidFill>
                <a:schemeClr val="accent3"/>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5" name="Oval 4">
              <a:extLst>
                <a:ext uri="{FF2B5EF4-FFF2-40B4-BE49-F238E27FC236}">
                  <a16:creationId xmlns:a16="http://schemas.microsoft.com/office/drawing/2014/main" id="{C73FAA7E-DA22-3349-AE8F-65A99A6E5AA1}"/>
                </a:ext>
              </a:extLst>
            </p:cNvPr>
            <p:cNvSpPr/>
            <p:nvPr/>
          </p:nvSpPr>
          <p:spPr>
            <a:xfrm>
              <a:off x="7154093" y="7095473"/>
              <a:ext cx="6008916" cy="548640"/>
            </a:xfrm>
            <a:prstGeom prst="ellipse">
              <a:avLst/>
            </a:prstGeom>
            <a:noFill/>
            <a:ln w="76200" cap="flat">
              <a:solidFill>
                <a:schemeClr val="accent3"/>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763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grpSp>
    </p:spTree>
    <p:extLst>
      <p:ext uri="{BB962C8B-B14F-4D97-AF65-F5344CB8AC3E}">
        <p14:creationId xmlns:p14="http://schemas.microsoft.com/office/powerpoint/2010/main" val="2996718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AC1D-E901-8640-A645-85BBCFAABB59}"/>
              </a:ext>
            </a:extLst>
          </p:cNvPr>
          <p:cNvSpPr>
            <a:spLocks noGrp="1"/>
          </p:cNvSpPr>
          <p:nvPr>
            <p:ph type="title"/>
          </p:nvPr>
        </p:nvSpPr>
        <p:spPr/>
        <p:txBody>
          <a:bodyPr/>
          <a:lstStyle/>
          <a:p>
            <a:r>
              <a:rPr lang="en-US" dirty="0" err="1"/>
              <a:t>add_xdk_nature.png</a:t>
            </a:r>
            <a:endParaRPr lang="en-US" dirty="0"/>
          </a:p>
        </p:txBody>
      </p:sp>
      <p:pic>
        <p:nvPicPr>
          <p:cNvPr id="3" name="Picture 2">
            <a:extLst>
              <a:ext uri="{FF2B5EF4-FFF2-40B4-BE49-F238E27FC236}">
                <a16:creationId xmlns:a16="http://schemas.microsoft.com/office/drawing/2014/main" id="{F6DD88E9-9DCE-8B44-A3C3-7AA4852374E7}"/>
              </a:ext>
            </a:extLst>
          </p:cNvPr>
          <p:cNvPicPr>
            <a:picLocks noChangeAspect="1"/>
          </p:cNvPicPr>
          <p:nvPr/>
        </p:nvPicPr>
        <p:blipFill>
          <a:blip r:embed="rId2"/>
          <a:stretch>
            <a:fillRect/>
          </a:stretch>
        </p:blipFill>
        <p:spPr>
          <a:xfrm>
            <a:off x="1366337" y="2876730"/>
            <a:ext cx="8613685" cy="9442407"/>
          </a:xfrm>
          <a:prstGeom prst="rect">
            <a:avLst/>
          </a:prstGeom>
        </p:spPr>
      </p:pic>
    </p:spTree>
    <p:extLst>
      <p:ext uri="{BB962C8B-B14F-4D97-AF65-F5344CB8AC3E}">
        <p14:creationId xmlns:p14="http://schemas.microsoft.com/office/powerpoint/2010/main" val="3756028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3BF8C-0272-E84C-8B46-3DD0963FB0B0}"/>
              </a:ext>
            </a:extLst>
          </p:cNvPr>
          <p:cNvSpPr>
            <a:spLocks noGrp="1"/>
          </p:cNvSpPr>
          <p:nvPr>
            <p:ph type="title"/>
          </p:nvPr>
        </p:nvSpPr>
        <p:spPr/>
        <p:txBody>
          <a:bodyPr/>
          <a:lstStyle/>
          <a:p>
            <a:r>
              <a:rPr lang="en-US" dirty="0"/>
              <a:t>console_log_1.png</a:t>
            </a:r>
          </a:p>
        </p:txBody>
      </p:sp>
      <p:pic>
        <p:nvPicPr>
          <p:cNvPr id="5" name="Picture 4">
            <a:extLst>
              <a:ext uri="{FF2B5EF4-FFF2-40B4-BE49-F238E27FC236}">
                <a16:creationId xmlns:a16="http://schemas.microsoft.com/office/drawing/2014/main" id="{4E7FED4B-D576-A447-8063-957D1D76E450}"/>
              </a:ext>
            </a:extLst>
          </p:cNvPr>
          <p:cNvPicPr>
            <a:picLocks noChangeAspect="1"/>
          </p:cNvPicPr>
          <p:nvPr/>
        </p:nvPicPr>
        <p:blipFill>
          <a:blip r:embed="rId2"/>
          <a:stretch>
            <a:fillRect/>
          </a:stretch>
        </p:blipFill>
        <p:spPr>
          <a:xfrm>
            <a:off x="1577430" y="3039473"/>
            <a:ext cx="10614569" cy="5786414"/>
          </a:xfrm>
          <a:prstGeom prst="rect">
            <a:avLst/>
          </a:prstGeom>
        </p:spPr>
      </p:pic>
    </p:spTree>
    <p:extLst>
      <p:ext uri="{BB962C8B-B14F-4D97-AF65-F5344CB8AC3E}">
        <p14:creationId xmlns:p14="http://schemas.microsoft.com/office/powerpoint/2010/main" val="165604994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0970-41B2-4F4E-B50B-1F0DFB1B74A9}"/>
              </a:ext>
            </a:extLst>
          </p:cNvPr>
          <p:cNvSpPr>
            <a:spLocks noGrp="1"/>
          </p:cNvSpPr>
          <p:nvPr>
            <p:ph type="title"/>
          </p:nvPr>
        </p:nvSpPr>
        <p:spPr/>
        <p:txBody>
          <a:bodyPr/>
          <a:lstStyle/>
          <a:p>
            <a:r>
              <a:rPr lang="en-US" dirty="0"/>
              <a:t>mqtt-box-create-</a:t>
            </a:r>
            <a:r>
              <a:rPr lang="en-US" dirty="0" err="1"/>
              <a:t>client.png</a:t>
            </a:r>
            <a:endParaRPr lang="en-US" dirty="0"/>
          </a:p>
        </p:txBody>
      </p:sp>
      <p:pic>
        <p:nvPicPr>
          <p:cNvPr id="3" name="Picture 2">
            <a:extLst>
              <a:ext uri="{FF2B5EF4-FFF2-40B4-BE49-F238E27FC236}">
                <a16:creationId xmlns:a16="http://schemas.microsoft.com/office/drawing/2014/main" id="{2BE3DE77-831D-664D-87F9-74B65DBF30B1}"/>
              </a:ext>
            </a:extLst>
          </p:cNvPr>
          <p:cNvPicPr>
            <a:picLocks noChangeAspect="1"/>
          </p:cNvPicPr>
          <p:nvPr/>
        </p:nvPicPr>
        <p:blipFill>
          <a:blip r:embed="rId2"/>
          <a:stretch>
            <a:fillRect/>
          </a:stretch>
        </p:blipFill>
        <p:spPr>
          <a:xfrm>
            <a:off x="978197" y="3420489"/>
            <a:ext cx="14715460" cy="1786877"/>
          </a:xfrm>
          <a:prstGeom prst="rect">
            <a:avLst/>
          </a:prstGeom>
        </p:spPr>
      </p:pic>
    </p:spTree>
    <p:extLst>
      <p:ext uri="{BB962C8B-B14F-4D97-AF65-F5344CB8AC3E}">
        <p14:creationId xmlns:p14="http://schemas.microsoft.com/office/powerpoint/2010/main" val="4246541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95CC6-B09F-DC45-A8BB-5FF202ADC7B6}"/>
              </a:ext>
            </a:extLst>
          </p:cNvPr>
          <p:cNvSpPr>
            <a:spLocks noGrp="1"/>
          </p:cNvSpPr>
          <p:nvPr>
            <p:ph type="title"/>
          </p:nvPr>
        </p:nvSpPr>
        <p:spPr/>
        <p:txBody>
          <a:bodyPr/>
          <a:lstStyle/>
          <a:p>
            <a:r>
              <a:rPr lang="en-US" dirty="0"/>
              <a:t>mqtt-client-</a:t>
            </a:r>
            <a:r>
              <a:rPr lang="en-US" dirty="0" err="1"/>
              <a:t>settings.png</a:t>
            </a:r>
            <a:endParaRPr lang="en-US" dirty="0"/>
          </a:p>
        </p:txBody>
      </p:sp>
      <p:grpSp>
        <p:nvGrpSpPr>
          <p:cNvPr id="7" name="Group 6">
            <a:extLst>
              <a:ext uri="{FF2B5EF4-FFF2-40B4-BE49-F238E27FC236}">
                <a16:creationId xmlns:a16="http://schemas.microsoft.com/office/drawing/2014/main" id="{2DDEEEF8-F872-4C45-9D0A-AE48BA8A44B4}"/>
              </a:ext>
            </a:extLst>
          </p:cNvPr>
          <p:cNvGrpSpPr/>
          <p:nvPr/>
        </p:nvGrpSpPr>
        <p:grpSpPr>
          <a:xfrm>
            <a:off x="1438495" y="3192000"/>
            <a:ext cx="18345018" cy="7865860"/>
            <a:chOff x="1162049" y="2383925"/>
            <a:chExt cx="18345018" cy="7865860"/>
          </a:xfrm>
        </p:grpSpPr>
        <p:pic>
          <p:nvPicPr>
            <p:cNvPr id="3" name="Picture 2">
              <a:extLst>
                <a:ext uri="{FF2B5EF4-FFF2-40B4-BE49-F238E27FC236}">
                  <a16:creationId xmlns:a16="http://schemas.microsoft.com/office/drawing/2014/main" id="{F74B0C49-DCF7-1B4E-A527-BBB7A3B6C2A4}"/>
                </a:ext>
              </a:extLst>
            </p:cNvPr>
            <p:cNvPicPr>
              <a:picLocks noChangeAspect="1"/>
            </p:cNvPicPr>
            <p:nvPr/>
          </p:nvPicPr>
          <p:blipFill>
            <a:blip r:embed="rId2"/>
            <a:stretch>
              <a:fillRect/>
            </a:stretch>
          </p:blipFill>
          <p:spPr>
            <a:xfrm>
              <a:off x="1162049" y="3296240"/>
              <a:ext cx="18345018" cy="6953545"/>
            </a:xfrm>
            <a:prstGeom prst="rect">
              <a:avLst/>
            </a:prstGeom>
          </p:spPr>
        </p:pic>
        <p:sp>
          <p:nvSpPr>
            <p:cNvPr id="4" name="Line Callout 3 (Border and Accent Bar) 3">
              <a:extLst>
                <a:ext uri="{FF2B5EF4-FFF2-40B4-BE49-F238E27FC236}">
                  <a16:creationId xmlns:a16="http://schemas.microsoft.com/office/drawing/2014/main" id="{EEB959D5-11D7-9C48-9B6D-42B0B5EBBE16}"/>
                </a:ext>
              </a:extLst>
            </p:cNvPr>
            <p:cNvSpPr/>
            <p:nvPr/>
          </p:nvSpPr>
          <p:spPr>
            <a:xfrm>
              <a:off x="9603443" y="3296240"/>
              <a:ext cx="6421888" cy="471924"/>
            </a:xfrm>
            <a:prstGeom prst="accentBorderCallout3">
              <a:avLst>
                <a:gd name="adj1" fmla="val 18750"/>
                <a:gd name="adj2" fmla="val -8333"/>
                <a:gd name="adj3" fmla="val 18750"/>
                <a:gd name="adj4" fmla="val -16667"/>
                <a:gd name="adj5" fmla="val 100000"/>
                <a:gd name="adj6" fmla="val -16667"/>
                <a:gd name="adj7" fmla="val 587014"/>
                <a:gd name="adj8" fmla="val -48731"/>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876300"/>
              <a:r>
                <a:rPr lang="en-US" sz="2400" b="1" dirty="0" err="1">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Host:Port</a:t>
              </a:r>
              <a:endPar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endParaRPr>
            </a:p>
          </p:txBody>
        </p:sp>
        <p:sp>
          <p:nvSpPr>
            <p:cNvPr id="5" name="Line Callout 3 (Border and Accent Bar) 4">
              <a:extLst>
                <a:ext uri="{FF2B5EF4-FFF2-40B4-BE49-F238E27FC236}">
                  <a16:creationId xmlns:a16="http://schemas.microsoft.com/office/drawing/2014/main" id="{E3E5DC25-C817-2341-8726-C9B206040661}"/>
                </a:ext>
              </a:extLst>
            </p:cNvPr>
            <p:cNvSpPr/>
            <p:nvPr/>
          </p:nvSpPr>
          <p:spPr>
            <a:xfrm>
              <a:off x="2419378" y="2383925"/>
              <a:ext cx="6421888" cy="471924"/>
            </a:xfrm>
            <a:prstGeom prst="accentBorderCallout3">
              <a:avLst>
                <a:gd name="adj1" fmla="val 18750"/>
                <a:gd name="adj2" fmla="val -8333"/>
                <a:gd name="adj3" fmla="val 18750"/>
                <a:gd name="adj4" fmla="val -16667"/>
                <a:gd name="adj5" fmla="val 100000"/>
                <a:gd name="adj6" fmla="val -16667"/>
                <a:gd name="adj7" fmla="val 600532"/>
                <a:gd name="adj8" fmla="val -2041"/>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876300"/>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Descriptive name</a:t>
              </a:r>
            </a:p>
          </p:txBody>
        </p:sp>
        <p:sp>
          <p:nvSpPr>
            <p:cNvPr id="6" name="Line Callout 3 (Border and Accent Bar) 5">
              <a:extLst>
                <a:ext uri="{FF2B5EF4-FFF2-40B4-BE49-F238E27FC236}">
                  <a16:creationId xmlns:a16="http://schemas.microsoft.com/office/drawing/2014/main" id="{BE7966D0-25D4-0B4C-9D99-2C3FC7BB273A}"/>
                </a:ext>
              </a:extLst>
            </p:cNvPr>
            <p:cNvSpPr/>
            <p:nvPr/>
          </p:nvSpPr>
          <p:spPr>
            <a:xfrm>
              <a:off x="9603443" y="3972593"/>
              <a:ext cx="6421888" cy="471924"/>
            </a:xfrm>
            <a:prstGeom prst="accentBorderCallout3">
              <a:avLst>
                <a:gd name="adj1" fmla="val 18750"/>
                <a:gd name="adj2" fmla="val -8333"/>
                <a:gd name="adj3" fmla="val 18750"/>
                <a:gd name="adj4" fmla="val -16667"/>
                <a:gd name="adj5" fmla="val 100000"/>
                <a:gd name="adj6" fmla="val -16667"/>
                <a:gd name="adj7" fmla="val 645593"/>
                <a:gd name="adj8" fmla="val -45420"/>
              </a:avLst>
            </a:prstGeom>
            <a:solidFill>
              <a:schemeClr val="bg2"/>
            </a:solidFill>
            <a:ln w="12700" cap="flat">
              <a:solidFill>
                <a:schemeClr val="accent1"/>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defTabSz="876300"/>
              <a:r>
                <a:rPr lang="en-US" sz="2400" b="1" dirty="0">
                  <a:solidFill>
                    <a:schemeClr val="tx1"/>
                  </a:solidFill>
                  <a:effectLst>
                    <a:outerShdw blurRad="38100" dist="12700" dir="5400000" rotWithShape="0">
                      <a:srgbClr val="000000">
                        <a:alpha val="50000"/>
                      </a:srgbClr>
                    </a:outerShdw>
                  </a:effectLst>
                  <a:latin typeface="Courier New" panose="02070309020205020404" pitchFamily="49" charset="0"/>
                  <a:cs typeface="Courier New" panose="02070309020205020404" pitchFamily="49" charset="0"/>
                </a:rPr>
                <a:t>Password for broker</a:t>
              </a:r>
            </a:p>
          </p:txBody>
        </p:sp>
      </p:grpSp>
    </p:spTree>
    <p:extLst>
      <p:ext uri="{BB962C8B-B14F-4D97-AF65-F5344CB8AC3E}">
        <p14:creationId xmlns:p14="http://schemas.microsoft.com/office/powerpoint/2010/main" val="3837568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4ED7C-0600-FC48-820D-49B5FEF9FE4E}"/>
              </a:ext>
            </a:extLst>
          </p:cNvPr>
          <p:cNvSpPr>
            <a:spLocks noGrp="1"/>
          </p:cNvSpPr>
          <p:nvPr>
            <p:ph type="title"/>
          </p:nvPr>
        </p:nvSpPr>
        <p:spPr/>
        <p:txBody>
          <a:bodyPr/>
          <a:lstStyle/>
          <a:p>
            <a:r>
              <a:rPr lang="en-US" dirty="0"/>
              <a:t>mqtt-box-</a:t>
            </a:r>
            <a:r>
              <a:rPr lang="en-US" dirty="0" err="1"/>
              <a:t>connected.png</a:t>
            </a:r>
            <a:endParaRPr lang="en-US" dirty="0"/>
          </a:p>
        </p:txBody>
      </p:sp>
      <p:pic>
        <p:nvPicPr>
          <p:cNvPr id="3" name="Picture 2">
            <a:extLst>
              <a:ext uri="{FF2B5EF4-FFF2-40B4-BE49-F238E27FC236}">
                <a16:creationId xmlns:a16="http://schemas.microsoft.com/office/drawing/2014/main" id="{E89DF6D7-86D2-F44A-9BA9-5629DC61AA23}"/>
              </a:ext>
            </a:extLst>
          </p:cNvPr>
          <p:cNvPicPr>
            <a:picLocks noChangeAspect="1"/>
          </p:cNvPicPr>
          <p:nvPr/>
        </p:nvPicPr>
        <p:blipFill>
          <a:blip r:embed="rId2"/>
          <a:stretch>
            <a:fillRect/>
          </a:stretch>
        </p:blipFill>
        <p:spPr>
          <a:xfrm>
            <a:off x="1162048" y="2734930"/>
            <a:ext cx="13553411" cy="9647302"/>
          </a:xfrm>
          <a:prstGeom prst="rect">
            <a:avLst/>
          </a:prstGeom>
        </p:spPr>
      </p:pic>
    </p:spTree>
    <p:extLst>
      <p:ext uri="{BB962C8B-B14F-4D97-AF65-F5344CB8AC3E}">
        <p14:creationId xmlns:p14="http://schemas.microsoft.com/office/powerpoint/2010/main" val="3892932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0970-41B2-4F4E-B50B-1F0DFB1B74A9}"/>
              </a:ext>
            </a:extLst>
          </p:cNvPr>
          <p:cNvSpPr>
            <a:spLocks noGrp="1"/>
          </p:cNvSpPr>
          <p:nvPr>
            <p:ph type="title"/>
          </p:nvPr>
        </p:nvSpPr>
        <p:spPr/>
        <p:txBody>
          <a:bodyPr/>
          <a:lstStyle/>
          <a:p>
            <a:r>
              <a:rPr lang="en-US" dirty="0"/>
              <a:t>mqtt-box-subscribe-to-</a:t>
            </a:r>
            <a:r>
              <a:rPr lang="en-US" dirty="0" err="1"/>
              <a:t>metrics.png</a:t>
            </a:r>
            <a:endParaRPr lang="en-US" dirty="0"/>
          </a:p>
        </p:txBody>
      </p:sp>
      <p:grpSp>
        <p:nvGrpSpPr>
          <p:cNvPr id="15" name="Group 14">
            <a:extLst>
              <a:ext uri="{FF2B5EF4-FFF2-40B4-BE49-F238E27FC236}">
                <a16:creationId xmlns:a16="http://schemas.microsoft.com/office/drawing/2014/main" id="{71694076-981A-F546-95F7-671EEFEE9519}"/>
              </a:ext>
            </a:extLst>
          </p:cNvPr>
          <p:cNvGrpSpPr/>
          <p:nvPr/>
        </p:nvGrpSpPr>
        <p:grpSpPr>
          <a:xfrm>
            <a:off x="1162049" y="2575293"/>
            <a:ext cx="7492853" cy="10349463"/>
            <a:chOff x="1162049" y="2575293"/>
            <a:chExt cx="7492853" cy="10349463"/>
          </a:xfrm>
        </p:grpSpPr>
        <p:pic>
          <p:nvPicPr>
            <p:cNvPr id="3" name="Picture 2">
              <a:extLst>
                <a:ext uri="{FF2B5EF4-FFF2-40B4-BE49-F238E27FC236}">
                  <a16:creationId xmlns:a16="http://schemas.microsoft.com/office/drawing/2014/main" id="{73EA2FF1-FB3F-D949-B771-5608432B4BF4}"/>
                </a:ext>
              </a:extLst>
            </p:cNvPr>
            <p:cNvPicPr>
              <a:picLocks noChangeAspect="1"/>
            </p:cNvPicPr>
            <p:nvPr/>
          </p:nvPicPr>
          <p:blipFill rotWithShape="1">
            <a:blip r:embed="rId2"/>
            <a:srcRect r="17357"/>
            <a:stretch/>
          </p:blipFill>
          <p:spPr>
            <a:xfrm>
              <a:off x="1162049" y="2575293"/>
              <a:ext cx="7492853" cy="10349463"/>
            </a:xfrm>
            <a:prstGeom prst="rect">
              <a:avLst/>
            </a:prstGeom>
          </p:spPr>
        </p:pic>
        <p:cxnSp>
          <p:nvCxnSpPr>
            <p:cNvPr id="4" name="Straight Connector 3">
              <a:extLst>
                <a:ext uri="{FF2B5EF4-FFF2-40B4-BE49-F238E27FC236}">
                  <a16:creationId xmlns:a16="http://schemas.microsoft.com/office/drawing/2014/main" id="{E1271E60-1FD0-E44F-AE97-A6BC86C45835}"/>
                </a:ext>
              </a:extLst>
            </p:cNvPr>
            <p:cNvCxnSpPr>
              <a:cxnSpLocks/>
            </p:cNvCxnSpPr>
            <p:nvPr/>
          </p:nvCxnSpPr>
          <p:spPr>
            <a:xfrm flipH="1">
              <a:off x="5805377" y="4576865"/>
              <a:ext cx="1254642" cy="0"/>
            </a:xfrm>
            <a:prstGeom prst="line">
              <a:avLst/>
            </a:prstGeom>
            <a:noFill/>
            <a:ln w="2127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636CE245-06F6-8247-87F5-1C075D8DFEB9}"/>
                </a:ext>
              </a:extLst>
            </p:cNvPr>
            <p:cNvCxnSpPr>
              <a:cxnSpLocks/>
            </p:cNvCxnSpPr>
            <p:nvPr/>
          </p:nvCxnSpPr>
          <p:spPr>
            <a:xfrm flipH="1">
              <a:off x="6042837" y="4048781"/>
              <a:ext cx="2420679" cy="0"/>
            </a:xfrm>
            <a:prstGeom prst="line">
              <a:avLst/>
            </a:prstGeom>
            <a:noFill/>
            <a:ln w="2127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9" name="Straight Connector 8">
              <a:extLst>
                <a:ext uri="{FF2B5EF4-FFF2-40B4-BE49-F238E27FC236}">
                  <a16:creationId xmlns:a16="http://schemas.microsoft.com/office/drawing/2014/main" id="{D3B19560-9F3C-1640-A8A6-1561D4C643B7}"/>
                </a:ext>
              </a:extLst>
            </p:cNvPr>
            <p:cNvCxnSpPr>
              <a:cxnSpLocks/>
            </p:cNvCxnSpPr>
            <p:nvPr/>
          </p:nvCxnSpPr>
          <p:spPr>
            <a:xfrm flipH="1">
              <a:off x="1729564" y="5540884"/>
              <a:ext cx="1523999" cy="0"/>
            </a:xfrm>
            <a:prstGeom prst="line">
              <a:avLst/>
            </a:prstGeom>
            <a:noFill/>
            <a:ln w="2127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1" name="Straight Connector 10">
              <a:extLst>
                <a:ext uri="{FF2B5EF4-FFF2-40B4-BE49-F238E27FC236}">
                  <a16:creationId xmlns:a16="http://schemas.microsoft.com/office/drawing/2014/main" id="{B337CE97-E5D8-BC4A-8F6E-B9A6340B881B}"/>
                </a:ext>
              </a:extLst>
            </p:cNvPr>
            <p:cNvCxnSpPr>
              <a:cxnSpLocks/>
            </p:cNvCxnSpPr>
            <p:nvPr/>
          </p:nvCxnSpPr>
          <p:spPr>
            <a:xfrm flipH="1">
              <a:off x="4859081" y="8989378"/>
              <a:ext cx="1523999" cy="0"/>
            </a:xfrm>
            <a:prstGeom prst="line">
              <a:avLst/>
            </a:prstGeom>
            <a:noFill/>
            <a:ln w="2127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70A4A2AF-2CB5-1C46-848C-DA9EC838F444}"/>
                </a:ext>
              </a:extLst>
            </p:cNvPr>
            <p:cNvCxnSpPr>
              <a:cxnSpLocks/>
            </p:cNvCxnSpPr>
            <p:nvPr/>
          </p:nvCxnSpPr>
          <p:spPr>
            <a:xfrm flipH="1">
              <a:off x="6563835" y="6794205"/>
              <a:ext cx="1523999" cy="0"/>
            </a:xfrm>
            <a:prstGeom prst="line">
              <a:avLst/>
            </a:prstGeom>
            <a:noFill/>
            <a:ln w="2127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 name="Straight Connector 12">
              <a:extLst>
                <a:ext uri="{FF2B5EF4-FFF2-40B4-BE49-F238E27FC236}">
                  <a16:creationId xmlns:a16="http://schemas.microsoft.com/office/drawing/2014/main" id="{642BFF6F-9515-7246-A48C-D47BBB9016EC}"/>
                </a:ext>
              </a:extLst>
            </p:cNvPr>
            <p:cNvCxnSpPr>
              <a:cxnSpLocks/>
            </p:cNvCxnSpPr>
            <p:nvPr/>
          </p:nvCxnSpPr>
          <p:spPr>
            <a:xfrm flipH="1">
              <a:off x="1729565" y="7108315"/>
              <a:ext cx="758454" cy="0"/>
            </a:xfrm>
            <a:prstGeom prst="line">
              <a:avLst/>
            </a:prstGeom>
            <a:noFill/>
            <a:ln w="2127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21311387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_rels/theme4.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1_White">
  <a:themeElements>
    <a:clrScheme name="Custom 1">
      <a:dk1>
        <a:srgbClr val="474747"/>
      </a:dk1>
      <a:lt1>
        <a:srgbClr val="FFFFFF"/>
      </a:lt1>
      <a:dk2>
        <a:srgbClr val="333333"/>
      </a:dk2>
      <a:lt2>
        <a:srgbClr val="DCDEE0"/>
      </a:lt2>
      <a:accent1>
        <a:srgbClr val="474747"/>
      </a:accent1>
      <a:accent2>
        <a:srgbClr val="009191"/>
      </a:accent2>
      <a:accent3>
        <a:srgbClr val="00AB91"/>
      </a:accent3>
      <a:accent4>
        <a:srgbClr val="00C895"/>
      </a:accent4>
      <a:accent5>
        <a:srgbClr val="00C895"/>
      </a:accent5>
      <a:accent6>
        <a:srgbClr val="00C895"/>
      </a:accent6>
      <a:hlink>
        <a:srgbClr val="0000FF"/>
      </a:hlink>
      <a:folHlink>
        <a:srgbClr val="FF00FF"/>
      </a:folHlink>
    </a:clrScheme>
    <a:fontScheme name="White">
      <a:majorFont>
        <a:latin typeface="Berthold Akzidenz Grotesk BE Re"/>
        <a:ea typeface="Berthold Akzidenz Grotesk BE Re"/>
        <a:cs typeface="Berthold Akzidenz Grotesk BE Re"/>
      </a:majorFont>
      <a:minorFont>
        <a:latin typeface="Berthold Akzidenz Grotesk BE Me"/>
        <a:ea typeface="Berthold Akzidenz Grotesk BE Me"/>
        <a:cs typeface="Berthold Akzidenz Grotesk BE M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76300" rtl="0" fontAlgn="auto" latinLnBrk="0" hangingPunct="0">
          <a:lnSpc>
            <a:spcPct val="100000"/>
          </a:lnSpc>
          <a:spcBef>
            <a:spcPts val="0"/>
          </a:spcBef>
          <a:spcAft>
            <a:spcPts val="0"/>
          </a:spcAft>
          <a:buClrTx/>
          <a:buSzTx/>
          <a:buFontTx/>
          <a:buNone/>
          <a:tabLst/>
          <a:defRPr kumimoji="0"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White">
  <a:themeElements>
    <a:clrScheme name="Custom 1">
      <a:dk1>
        <a:srgbClr val="474747"/>
      </a:dk1>
      <a:lt1>
        <a:srgbClr val="FFFFFF"/>
      </a:lt1>
      <a:dk2>
        <a:srgbClr val="333333"/>
      </a:dk2>
      <a:lt2>
        <a:srgbClr val="DCDEE0"/>
      </a:lt2>
      <a:accent1>
        <a:srgbClr val="474747"/>
      </a:accent1>
      <a:accent2>
        <a:srgbClr val="009191"/>
      </a:accent2>
      <a:accent3>
        <a:srgbClr val="00AB91"/>
      </a:accent3>
      <a:accent4>
        <a:srgbClr val="00C895"/>
      </a:accent4>
      <a:accent5>
        <a:srgbClr val="00C895"/>
      </a:accent5>
      <a:accent6>
        <a:srgbClr val="00C895"/>
      </a:accent6>
      <a:hlink>
        <a:srgbClr val="0000FF"/>
      </a:hlink>
      <a:folHlink>
        <a:srgbClr val="FF00FF"/>
      </a:folHlink>
    </a:clrScheme>
    <a:fontScheme name="White">
      <a:majorFont>
        <a:latin typeface="Berthold Akzidenz Grotesk BE Re"/>
        <a:ea typeface="Berthold Akzidenz Grotesk BE Re"/>
        <a:cs typeface="Berthold Akzidenz Grotesk BE Re"/>
      </a:majorFont>
      <a:minorFont>
        <a:latin typeface="Berthold Akzidenz Grotesk BE Me"/>
        <a:ea typeface="Berthold Akzidenz Grotesk BE Me"/>
        <a:cs typeface="Berthold Akzidenz Grotesk BE M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76300" rtl="0" fontAlgn="auto" latinLnBrk="0" hangingPunct="0">
          <a:lnSpc>
            <a:spcPct val="100000"/>
          </a:lnSpc>
          <a:spcBef>
            <a:spcPts val="0"/>
          </a:spcBef>
          <a:spcAft>
            <a:spcPts val="0"/>
          </a:spcAft>
          <a:buClrTx/>
          <a:buSzTx/>
          <a:buFontTx/>
          <a:buNone/>
          <a:tabLst/>
          <a:defRPr kumimoji="0"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3_White">
  <a:themeElements>
    <a:clrScheme name="Custom 1">
      <a:dk1>
        <a:srgbClr val="474747"/>
      </a:dk1>
      <a:lt1>
        <a:srgbClr val="FFFFFF"/>
      </a:lt1>
      <a:dk2>
        <a:srgbClr val="333333"/>
      </a:dk2>
      <a:lt2>
        <a:srgbClr val="DCDEE0"/>
      </a:lt2>
      <a:accent1>
        <a:srgbClr val="474747"/>
      </a:accent1>
      <a:accent2>
        <a:srgbClr val="009191"/>
      </a:accent2>
      <a:accent3>
        <a:srgbClr val="00AB91"/>
      </a:accent3>
      <a:accent4>
        <a:srgbClr val="00C895"/>
      </a:accent4>
      <a:accent5>
        <a:srgbClr val="00C895"/>
      </a:accent5>
      <a:accent6>
        <a:srgbClr val="00C895"/>
      </a:accent6>
      <a:hlink>
        <a:srgbClr val="0000FF"/>
      </a:hlink>
      <a:folHlink>
        <a:srgbClr val="FF00FF"/>
      </a:folHlink>
    </a:clrScheme>
    <a:fontScheme name="White">
      <a:majorFont>
        <a:latin typeface="Berthold Akzidenz Grotesk BE Re"/>
        <a:ea typeface="Berthold Akzidenz Grotesk BE Re"/>
        <a:cs typeface="Berthold Akzidenz Grotesk BE Re"/>
      </a:majorFont>
      <a:minorFont>
        <a:latin typeface="Berthold Akzidenz Grotesk BE Me"/>
        <a:ea typeface="Berthold Akzidenz Grotesk BE Me"/>
        <a:cs typeface="Berthold Akzidenz Grotesk BE M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76300" rtl="0" fontAlgn="auto" latinLnBrk="0" hangingPunct="0">
          <a:lnSpc>
            <a:spcPct val="100000"/>
          </a:lnSpc>
          <a:spcBef>
            <a:spcPts val="0"/>
          </a:spcBef>
          <a:spcAft>
            <a:spcPts val="0"/>
          </a:spcAft>
          <a:buClrTx/>
          <a:buSzTx/>
          <a:buFontTx/>
          <a:buNone/>
          <a:tabLst/>
          <a:defRPr kumimoji="0"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Berthold Akzidenz Grotesk BE Re"/>
        <a:ea typeface="Berthold Akzidenz Grotesk BE Re"/>
        <a:cs typeface="Berthold Akzidenz Grotesk BE Re"/>
      </a:majorFont>
      <a:minorFont>
        <a:latin typeface="Berthold Akzidenz Grotesk BE Me"/>
        <a:ea typeface="Berthold Akzidenz Grotesk BE Me"/>
        <a:cs typeface="Berthold Akzidenz Grotesk BE M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76300" rtl="0" fontAlgn="auto" latinLnBrk="0" hangingPunct="0">
          <a:lnSpc>
            <a:spcPct val="100000"/>
          </a:lnSpc>
          <a:spcBef>
            <a:spcPts val="0"/>
          </a:spcBef>
          <a:spcAft>
            <a:spcPts val="0"/>
          </a:spcAft>
          <a:buClrTx/>
          <a:buSzTx/>
          <a:buFontTx/>
          <a:buNone/>
          <a:tabLst/>
          <a:defRPr kumimoji="0" sz="6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19150" rtl="0" fontAlgn="auto" latinLnBrk="0" hangingPunct="0">
          <a:lnSpc>
            <a:spcPct val="100000"/>
          </a:lnSpc>
          <a:spcBef>
            <a:spcPts val="0"/>
          </a:spcBef>
          <a:spcAft>
            <a:spcPts val="0"/>
          </a:spcAft>
          <a:buClrTx/>
          <a:buSzTx/>
          <a:buFontTx/>
          <a:buNone/>
          <a:tabLst/>
          <a:defRPr kumimoji="0" sz="5400" b="0" i="0" u="none" strike="noStrike" cap="none" spc="0" normalizeH="0" baseline="0">
            <a:ln>
              <a:noFill/>
            </a:ln>
            <a:solidFill>
              <a:srgbClr val="000000"/>
            </a:solidFill>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4559f3e-b25f-4652-9c81-0ef8735eee2c">
      <UserInfo>
        <DisplayName>Ines Lasch</DisplayName>
        <AccountId>125</AccountId>
        <AccountType/>
      </UserInfo>
      <UserInfo>
        <DisplayName>Queenie Tse</DisplayName>
        <AccountId>166</AccountId>
        <AccountType/>
      </UserInfo>
      <UserInfo>
        <DisplayName>Chris Wolski</DisplayName>
        <AccountId>144</AccountId>
        <AccountType/>
      </UserInfo>
      <UserInfo>
        <DisplayName>David Charles</DisplayName>
        <AccountId>60</AccountId>
        <AccountType/>
      </UserInfo>
      <UserInfo>
        <DisplayName>Greg Barr</DisplayName>
        <AccountId>49</AccountId>
        <AccountType/>
      </UserInfo>
    </SharedWithUsers>
    <comment xmlns="caaafadc-b81b-4cee-8ede-5fc108916f8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2CD638DB57ADF44AA48C4CD64A83813" ma:contentTypeVersion="9" ma:contentTypeDescription="Create a new document." ma:contentTypeScope="" ma:versionID="93d287e66430b6f4009e612aeb1872c5">
  <xsd:schema xmlns:xsd="http://www.w3.org/2001/XMLSchema" xmlns:xs="http://www.w3.org/2001/XMLSchema" xmlns:p="http://schemas.microsoft.com/office/2006/metadata/properties" xmlns:ns2="caaafadc-b81b-4cee-8ede-5fc108916f8d" xmlns:ns3="c4559f3e-b25f-4652-9c81-0ef8735eee2c" targetNamespace="http://schemas.microsoft.com/office/2006/metadata/properties" ma:root="true" ma:fieldsID="135e90aa223feabcb4c1ca5d07727008" ns2:_="" ns3:_="">
    <xsd:import namespace="caaafadc-b81b-4cee-8ede-5fc108916f8d"/>
    <xsd:import namespace="c4559f3e-b25f-4652-9c81-0ef8735eee2c"/>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EventHashCode" minOccurs="0"/>
                <xsd:element ref="ns2:MediaServiceGenerationTime"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aafadc-b81b-4cee-8ede-5fc108916f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comment" ma:index="16"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4559f3e-b25f-4652-9c81-0ef8735eee2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E3122C-7DEF-4E1D-9688-AF0660E56DCD}">
  <ds:schemaRefs>
    <ds:schemaRef ds:uri="http://schemas.microsoft.com/sharepoint/v3/contenttype/forms"/>
  </ds:schemaRefs>
</ds:datastoreItem>
</file>

<file path=customXml/itemProps2.xml><?xml version="1.0" encoding="utf-8"?>
<ds:datastoreItem xmlns:ds="http://schemas.openxmlformats.org/officeDocument/2006/customXml" ds:itemID="{BBA3E073-D3A6-4DC4-B3A1-F091B70263ED}">
  <ds:schemaRefs>
    <ds:schemaRef ds:uri="http://purl.org/dc/terms/"/>
    <ds:schemaRef ds:uri="caaafadc-b81b-4cee-8ede-5fc108916f8d"/>
    <ds:schemaRef ds:uri="http://purl.org/dc/elements/1.1/"/>
    <ds:schemaRef ds:uri="http://purl.org/dc/dcmitype/"/>
    <ds:schemaRef ds:uri="http://schemas.microsoft.com/office/infopath/2007/PartnerControls"/>
    <ds:schemaRef ds:uri="http://schemas.microsoft.com/office/2006/documentManagement/types"/>
    <ds:schemaRef ds:uri="c4559f3e-b25f-4652-9c81-0ef8735eee2c"/>
    <ds:schemaRef ds:uri="http://schemas.microsoft.com/office/2006/metadata/propertie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3A8B58-5F4C-4F37-8EDD-4B8028F9F6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aafadc-b81b-4cee-8ede-5fc108916f8d"/>
    <ds:schemaRef ds:uri="c4559f3e-b25f-4652-9c81-0ef8735eee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6631</TotalTime>
  <Words>154</Words>
  <Application>Microsoft Macintosh PowerPoint</Application>
  <PresentationFormat>Custom</PresentationFormat>
  <Paragraphs>46</Paragraphs>
  <Slides>15</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15</vt:i4>
      </vt:variant>
    </vt:vector>
  </HeadingPairs>
  <TitlesOfParts>
    <vt:vector size="26" baseType="lpstr">
      <vt:lpstr>Arial</vt:lpstr>
      <vt:lpstr>Courier New</vt:lpstr>
      <vt:lpstr>Gill Sans</vt:lpstr>
      <vt:lpstr>Lucida Grande</vt:lpstr>
      <vt:lpstr>Open Sans</vt:lpstr>
      <vt:lpstr>Open Sans Bold</vt:lpstr>
      <vt:lpstr>Open Sans SemiBold</vt:lpstr>
      <vt:lpstr>Times</vt:lpstr>
      <vt:lpstr>1_White</vt:lpstr>
      <vt:lpstr>2_White</vt:lpstr>
      <vt:lpstr>3_White</vt:lpstr>
      <vt:lpstr>Solace &amp; Bosch IoT Showcase  Pictures</vt:lpstr>
      <vt:lpstr>project_file_structure.png</vt:lpstr>
      <vt:lpstr>Xdk_workbench_install_dir_mac.png</vt:lpstr>
      <vt:lpstr>open_project.png</vt:lpstr>
      <vt:lpstr>import_project.png</vt:lpstr>
      <vt:lpstr>build_project.png</vt:lpstr>
      <vt:lpstr>xdk_devices_panel.png</vt:lpstr>
      <vt:lpstr>flashing_invalid_app.png</vt:lpstr>
      <vt:lpstr>config.png</vt:lpstr>
      <vt:lpstr>add_xdk_nature.png</vt:lpstr>
      <vt:lpstr>console_log_1.png</vt:lpstr>
      <vt:lpstr>mqtt-box-create-client.png</vt:lpstr>
      <vt:lpstr>mqtt-client-settings.png</vt:lpstr>
      <vt:lpstr>mqtt-box-connected.png</vt:lpstr>
      <vt:lpstr>mqtt-box-subscribe-to-metrics.png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Solace in IOT</dc:title>
  <dc:subject/>
  <dc:creator>Sumeet Puri</dc:creator>
  <cp:keywords/>
  <dc:description/>
  <cp:lastModifiedBy>Ricardo Gomez-Ulmke</cp:lastModifiedBy>
  <cp:revision>125</cp:revision>
  <dcterms:modified xsi:type="dcterms:W3CDTF">2019-03-23T08:25:47Z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0x01010072CD638DB57ADF44AA48C4CD64A83813</vt:lpwstr>
  </property>
</Properties>
</file>