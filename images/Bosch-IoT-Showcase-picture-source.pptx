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4"/>
    <p:sldMasterId id="2147483826" r:id="rId5"/>
    <p:sldMasterId id="2147483841" r:id="rId6"/>
  </p:sldMasterIdLst>
  <p:notesMasterIdLst>
    <p:notesMasterId r:id="rId9"/>
  </p:notesMasterIdLst>
  <p:sldIdLst>
    <p:sldId id="2242" r:id="rId7"/>
    <p:sldId id="2508" r:id="rId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p:defaultTextStyle>
  <p:extLst>
    <p:ext uri="{EFAFB233-063F-42B5-8137-9DF3F51BA10A}">
      <p15:sldGuideLst xmlns:p15="http://schemas.microsoft.com/office/powerpoint/2012/main">
        <p15:guide id="1" orient="horz" pos="6696" userDrawn="1">
          <p15:clr>
            <a:srgbClr val="A4A3A4"/>
          </p15:clr>
        </p15:guide>
        <p15:guide id="2" pos="7680" userDrawn="1">
          <p15:clr>
            <a:srgbClr val="A4A3A4"/>
          </p15:clr>
        </p15:guide>
        <p15:guide id="3" pos="292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is King" initials="DK" lastIdx="80" clrIdx="0"/>
  <p:cmAuthor id="2" name="Shawn McAllister" initials="SM" lastIdx="45" clrIdx="1">
    <p:extLst/>
  </p:cmAuthor>
  <p:cmAuthor id="3" name="Sumeet Puri" initials="SP" lastIdx="14" clrIdx="2">
    <p:extLst/>
  </p:cmAuthor>
  <p:cmAuthor id="4" name="Greg Barr" initials="GB" lastIdx="1" clrIdx="3">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4373B"/>
    <a:srgbClr val="F37022"/>
    <a:srgbClr val="DCDEE0"/>
    <a:srgbClr val="F1F2F3"/>
    <a:srgbClr val="333333"/>
    <a:srgbClr val="FFFFFF"/>
    <a:srgbClr val="00C895"/>
    <a:srgbClr val="474747"/>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3E8BEC-1850-0242-B018-FF5D1012FE0F}" v="26" dt="2019-03-08T08:27:09.322"/>
  </p1510:revLst>
</p1510:revInfo>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D51ADE6A-740E-44AE-83CC-AE7238B6C88D}" styleName="">
    <a:tblBg/>
    <a:wholeTbl>
      <a:tcTxStyle b="off" i="off">
        <a:font>
          <a:latin typeface="Gill Sans"/>
          <a:ea typeface="Gill Sans"/>
          <a:cs typeface="Gill Sans"/>
        </a:font>
        <a:srgbClr val="000000"/>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68"/>
    <p:restoredTop sz="93061"/>
  </p:normalViewPr>
  <p:slideViewPr>
    <p:cSldViewPr snapToGrid="0">
      <p:cViewPr varScale="1">
        <p:scale>
          <a:sx n="60" d="100"/>
          <a:sy n="60" d="100"/>
        </p:scale>
        <p:origin x="392" y="176"/>
      </p:cViewPr>
      <p:guideLst>
        <p:guide orient="horz" pos="6696"/>
        <p:guide pos="7680"/>
        <p:guide pos="2928"/>
      </p:guideLst>
    </p:cSldViewPr>
  </p:slideViewPr>
  <p:notesTextViewPr>
    <p:cViewPr>
      <p:scale>
        <a:sx n="1" d="1"/>
        <a:sy n="1" d="1"/>
      </p:scale>
      <p:origin x="0" y="0"/>
    </p:cViewPr>
  </p:notesTextViewPr>
  <p:sorterViewPr>
    <p:cViewPr>
      <p:scale>
        <a:sx n="35" d="100"/>
        <a:sy n="35"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Gomez-Ulmke" userId="89fdba4a-7338-4e2d-9cc1-d2060f2d2fdd" providerId="ADAL" clId="{C2C85F4D-764E-3441-AAE3-3112CD44F56D}"/>
    <pc:docChg chg="custSel addSld delSld modSld sldOrd modSection">
      <pc:chgData name="Ricardo Gomez-Ulmke" userId="89fdba4a-7338-4e2d-9cc1-d2060f2d2fdd" providerId="ADAL" clId="{C2C85F4D-764E-3441-AAE3-3112CD44F56D}" dt="2019-02-25T18:01:44.216" v="140" actId="2696"/>
      <pc:docMkLst>
        <pc:docMk/>
      </pc:docMkLst>
    </pc:docChg>
  </pc:docChgLst>
  <pc:docChgLst>
    <pc:chgData name="Ricardo Gomez-Ulmke" userId="89fdba4a-7338-4e2d-9cc1-d2060f2d2fdd" providerId="ADAL" clId="{9A3E8BEC-1850-0242-B018-FF5D1012FE0F}"/>
    <pc:docChg chg="addSld delSld modSld delMainMaster">
      <pc:chgData name="Ricardo Gomez-Ulmke" userId="89fdba4a-7338-4e2d-9cc1-d2060f2d2fdd" providerId="ADAL" clId="{9A3E8BEC-1850-0242-B018-FF5D1012FE0F}" dt="2019-03-08T08:27:09.322" v="192"/>
      <pc:docMkLst>
        <pc:docMk/>
      </pc:docMkLst>
      <pc:sldChg chg="add">
        <pc:chgData name="Ricardo Gomez-Ulmke" userId="89fdba4a-7338-4e2d-9cc1-d2060f2d2fdd" providerId="ADAL" clId="{9A3E8BEC-1850-0242-B018-FF5D1012FE0F}" dt="2019-03-04T11:16:46.889" v="79"/>
        <pc:sldMkLst>
          <pc:docMk/>
          <pc:sldMk cId="1914094392" sldId="2508"/>
        </pc:sldMkLst>
      </pc:sldChg>
      <pc:sldChg chg="add">
        <pc:chgData name="Ricardo Gomez-Ulmke" userId="89fdba4a-7338-4e2d-9cc1-d2060f2d2fdd" providerId="ADAL" clId="{9A3E8BEC-1850-0242-B018-FF5D1012FE0F}" dt="2019-03-05T16:19:53.387" v="181"/>
        <pc:sldMkLst>
          <pc:docMk/>
          <pc:sldMk cId="4278366629" sldId="2509"/>
        </pc:sldMkLst>
      </pc:sldChg>
      <pc:sldChg chg="add del">
        <pc:chgData name="Ricardo Gomez-Ulmke" userId="89fdba4a-7338-4e2d-9cc1-d2060f2d2fdd" providerId="ADAL" clId="{9A3E8BEC-1850-0242-B018-FF5D1012FE0F}" dt="2019-03-08T08:10:51.800" v="186" actId="2696"/>
        <pc:sldMkLst>
          <pc:docMk/>
          <pc:sldMk cId="1002998579" sldId="2519"/>
        </pc:sldMkLst>
      </pc:sldChg>
      <pc:sldChg chg="add del">
        <pc:chgData name="Ricardo Gomez-Ulmke" userId="89fdba4a-7338-4e2d-9cc1-d2060f2d2fdd" providerId="ADAL" clId="{9A3E8BEC-1850-0242-B018-FF5D1012FE0F}" dt="2019-03-08T08:11:13.475" v="190"/>
        <pc:sldMkLst>
          <pc:docMk/>
          <pc:sldMk cId="2833293415" sldId="2519"/>
        </pc:sldMkLst>
      </pc:sldChg>
      <pc:sldChg chg="add">
        <pc:chgData name="Ricardo Gomez-Ulmke" userId="89fdba4a-7338-4e2d-9cc1-d2060f2d2fdd" providerId="ADAL" clId="{9A3E8BEC-1850-0242-B018-FF5D1012FE0F}" dt="2019-03-08T08:11:13.568" v="191"/>
        <pc:sldMkLst>
          <pc:docMk/>
          <pc:sldMk cId="3871027575" sldId="2519"/>
        </pc:sldMkLst>
      </pc:sldChg>
      <pc:sldChg chg="add del">
        <pc:chgData name="Ricardo Gomez-Ulmke" userId="89fdba4a-7338-4e2d-9cc1-d2060f2d2fdd" providerId="ADAL" clId="{9A3E8BEC-1850-0242-B018-FF5D1012FE0F}" dt="2019-03-08T08:06:58.797" v="183"/>
        <pc:sldMkLst>
          <pc:docMk/>
          <pc:sldMk cId="4205523433" sldId="2519"/>
        </pc:sldMkLst>
      </pc:sldChg>
      <pc:sldChg chg="add">
        <pc:chgData name="Ricardo Gomez-Ulmke" userId="89fdba4a-7338-4e2d-9cc1-d2060f2d2fdd" providerId="ADAL" clId="{9A3E8BEC-1850-0242-B018-FF5D1012FE0F}" dt="2019-03-08T08:27:09.322" v="192"/>
        <pc:sldMkLst>
          <pc:docMk/>
          <pc:sldMk cId="1436991042" sldId="2521"/>
        </pc:sldMkLst>
      </pc:sldChg>
      <pc:sldChg chg="add del">
        <pc:chgData name="Ricardo Gomez-Ulmke" userId="89fdba4a-7338-4e2d-9cc1-d2060f2d2fdd" providerId="ADAL" clId="{9A3E8BEC-1850-0242-B018-FF5D1012FE0F}" dt="2019-03-08T08:06:58.797" v="183"/>
        <pc:sldMkLst>
          <pc:docMk/>
          <pc:sldMk cId="433399354" sldId="2522"/>
        </pc:sldMkLst>
      </pc:sldChg>
      <pc:sldChg chg="add del">
        <pc:chgData name="Ricardo Gomez-Ulmke" userId="89fdba4a-7338-4e2d-9cc1-d2060f2d2fdd" providerId="ADAL" clId="{9A3E8BEC-1850-0242-B018-FF5D1012FE0F}" dt="2019-03-08T08:10:51.830" v="187" actId="2696"/>
        <pc:sldMkLst>
          <pc:docMk/>
          <pc:sldMk cId="3640351719" sldId="2522"/>
        </pc:sldMkLst>
      </pc:sldChg>
      <pc:sldChg chg="add">
        <pc:chgData name="Ricardo Gomez-Ulmke" userId="89fdba4a-7338-4e2d-9cc1-d2060f2d2fdd" providerId="ADAL" clId="{9A3E8BEC-1850-0242-B018-FF5D1012FE0F}" dt="2019-03-08T08:11:13.568" v="191"/>
        <pc:sldMkLst>
          <pc:docMk/>
          <pc:sldMk cId="1336644899" sldId="2523"/>
        </pc:sldMkLst>
      </pc:sldChg>
      <pc:sldChg chg="add del">
        <pc:chgData name="Ricardo Gomez-Ulmke" userId="89fdba4a-7338-4e2d-9cc1-d2060f2d2fdd" providerId="ADAL" clId="{9A3E8BEC-1850-0242-B018-FF5D1012FE0F}" dt="2019-03-08T08:10:51.750" v="185" actId="2696"/>
        <pc:sldMkLst>
          <pc:docMk/>
          <pc:sldMk cId="2039047573" sldId="2523"/>
        </pc:sldMkLst>
      </pc:sldChg>
      <pc:sldChg chg="add del">
        <pc:chgData name="Ricardo Gomez-Ulmke" userId="89fdba4a-7338-4e2d-9cc1-d2060f2d2fdd" providerId="ADAL" clId="{9A3E8BEC-1850-0242-B018-FF5D1012FE0F}" dt="2019-03-08T08:06:58.797" v="183"/>
        <pc:sldMkLst>
          <pc:docMk/>
          <pc:sldMk cId="2371168477" sldId="2523"/>
        </pc:sldMkLst>
      </pc:sldChg>
      <pc:sldChg chg="add del">
        <pc:chgData name="Ricardo Gomez-Ulmke" userId="89fdba4a-7338-4e2d-9cc1-d2060f2d2fdd" providerId="ADAL" clId="{9A3E8BEC-1850-0242-B018-FF5D1012FE0F}" dt="2019-03-08T08:11:13.475" v="190"/>
        <pc:sldMkLst>
          <pc:docMk/>
          <pc:sldMk cId="3610045632" sldId="2523"/>
        </pc:sldMkLst>
      </pc:sldChg>
      <pc:sldChg chg="add del">
        <pc:chgData name="Ricardo Gomez-Ulmke" userId="89fdba4a-7338-4e2d-9cc1-d2060f2d2fdd" providerId="ADAL" clId="{9A3E8BEC-1850-0242-B018-FF5D1012FE0F}" dt="2019-03-08T08:11:13.475" v="190"/>
        <pc:sldMkLst>
          <pc:docMk/>
          <pc:sldMk cId="527557987" sldId="2524"/>
        </pc:sldMkLst>
      </pc:sldChg>
      <pc:sldChg chg="add">
        <pc:chgData name="Ricardo Gomez-Ulmke" userId="89fdba4a-7338-4e2d-9cc1-d2060f2d2fdd" providerId="ADAL" clId="{9A3E8BEC-1850-0242-B018-FF5D1012FE0F}" dt="2019-03-08T08:11:13.568" v="191"/>
        <pc:sldMkLst>
          <pc:docMk/>
          <pc:sldMk cId="3326106088" sldId="2524"/>
        </pc:sldMkLst>
      </pc:sldChg>
      <pc:sldMasterChg chg="delSldLayout">
        <pc:chgData name="Ricardo Gomez-Ulmke" userId="89fdba4a-7338-4e2d-9cc1-d2060f2d2fdd" providerId="ADAL" clId="{9A3E8BEC-1850-0242-B018-FF5D1012FE0F}" dt="2019-03-08T08:10:51.834" v="188" actId="2696"/>
        <pc:sldMasterMkLst>
          <pc:docMk/>
          <pc:sldMasterMk cId="2819991726" sldId="2147483762"/>
        </pc:sldMasterMkLst>
        <pc:sldLayoutChg chg="del">
          <pc:chgData name="Ricardo Gomez-Ulmke" userId="89fdba4a-7338-4e2d-9cc1-d2060f2d2fdd" providerId="ADAL" clId="{9A3E8BEC-1850-0242-B018-FF5D1012FE0F}" dt="2019-03-08T08:10:51.834" v="188" actId="2696"/>
          <pc:sldLayoutMkLst>
            <pc:docMk/>
            <pc:sldMasterMk cId="2819991726" sldId="2147483762"/>
            <pc:sldLayoutMk cId="2463178073" sldId="2147483822"/>
          </pc:sldLayoutMkLst>
        </pc:sldLayoutChg>
      </pc:sldMasterChg>
    </pc:docChg>
  </pc:docChgLst>
  <pc:docChgLst>
    <pc:chgData name="Ricardo Gomez-Ulmke" userId="89fdba4a-7338-4e2d-9cc1-d2060f2d2fdd" providerId="ADAL" clId="{750754C5-29D0-994C-BF4B-9ADCFDDEDFF3}"/>
    <pc:docChg chg="custSel addSld delSld modSld delSection">
      <pc:chgData name="Ricardo Gomez-Ulmke" userId="89fdba4a-7338-4e2d-9cc1-d2060f2d2fdd" providerId="ADAL" clId="{750754C5-29D0-994C-BF4B-9ADCFDDEDFF3}" dt="2019-03-04T11:07:22.397" v="418"/>
      <pc:docMkLst>
        <pc:docMk/>
      </pc:docMkLst>
      <pc:sldMasterChg chg="delSldLayout">
        <pc:chgData name="Ricardo Gomez-Ulmke" userId="89fdba4a-7338-4e2d-9cc1-d2060f2d2fdd" providerId="ADAL" clId="{750754C5-29D0-994C-BF4B-9ADCFDDEDFF3}" dt="2019-03-04T11:07:10.662" v="415" actId="2696"/>
        <pc:sldMasterMkLst>
          <pc:docMk/>
          <pc:sldMasterMk cId="2819991726" sldId="2147483762"/>
        </pc:sldMasterMkLst>
      </pc:sldMasterChg>
    </pc:docChg>
  </pc:docChgLst>
  <pc:docChgLst>
    <pc:chgData name="Ricardo Gomez-Ulmke" userId="89fdba4a-7338-4e2d-9cc1-d2060f2d2fdd" providerId="ADAL" clId="{72FF0ADF-8399-A746-9CE4-C2B2111A92A4}"/>
    <pc:docChg chg="modSld">
      <pc:chgData name="Ricardo Gomez-Ulmke" userId="89fdba4a-7338-4e2d-9cc1-d2060f2d2fdd" providerId="ADAL" clId="{72FF0ADF-8399-A746-9CE4-C2B2111A92A4}" dt="2019-02-25T17:51:53.143" v="0" actId="113"/>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9" name="Shape 309"/>
          <p:cNvSpPr>
            <a:spLocks noGrp="1" noRot="1" noChangeAspect="1"/>
          </p:cNvSpPr>
          <p:nvPr>
            <p:ph type="sldImg"/>
          </p:nvPr>
        </p:nvSpPr>
        <p:spPr>
          <a:xfrm>
            <a:off x="1143000" y="685800"/>
            <a:ext cx="4572000" cy="3429000"/>
          </a:xfrm>
          <a:prstGeom prst="rect">
            <a:avLst/>
          </a:prstGeom>
        </p:spPr>
        <p:txBody>
          <a:bodyPr/>
          <a:lstStyle/>
          <a:p>
            <a:endParaRPr/>
          </a:p>
        </p:txBody>
      </p:sp>
      <p:sp>
        <p:nvSpPr>
          <p:cNvPr id="310" name="Shape 31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765741896"/>
      </p:ext>
    </p:extLst>
  </p:cSld>
  <p:clrMap bg1="lt1" tx1="dk1" bg2="lt2" tx2="dk2" accent1="accent1" accent2="accent2" accent3="accent3" accent4="accent4" accent5="accent5" accent6="accent6" hlink="hlink" folHlink="folHlink"/>
  <p:notesStyle>
    <a:lvl1pPr defTabSz="457200" latinLnBrk="0">
      <a:defRPr sz="2200">
        <a:latin typeface="Lucida Grande"/>
        <a:ea typeface="Lucida Grande"/>
        <a:cs typeface="Lucida Grande"/>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426629417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11324544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7621362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4852861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25016228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6811039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6473842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45776588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Column">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1196520" y="2695707"/>
            <a:ext cx="22055365"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0" name="Rectangle 9">
            <a:extLst>
              <a:ext uri="{FF2B5EF4-FFF2-40B4-BE49-F238E27FC236}">
                <a16:creationId xmlns:a16="http://schemas.microsoft.com/office/drawing/2014/main" id="{09FDA089-303A-4D2D-BFAF-D06913E897DA}"/>
              </a:ext>
            </a:extLst>
          </p:cNvPr>
          <p:cNvSpPr/>
          <p:nvPr userDrawn="1"/>
        </p:nvSpPr>
        <p:spPr>
          <a:xfrm>
            <a:off x="1" y="2197565"/>
            <a:ext cx="24383998" cy="27432"/>
          </a:xfrm>
          <a:prstGeom prst="rect">
            <a:avLst/>
          </a:prstGeom>
          <a:solidFill>
            <a:schemeClr val="accent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24" name="Picture 23">
            <a:extLst>
              <a:ext uri="{FF2B5EF4-FFF2-40B4-BE49-F238E27FC236}">
                <a16:creationId xmlns:a16="http://schemas.microsoft.com/office/drawing/2014/main" id="{662D475C-C160-4E13-957B-368EA6C74F6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8635" y="5345"/>
            <a:ext cx="1285825" cy="2194607"/>
          </a:xfrm>
          <a:prstGeom prst="rect">
            <a:avLst/>
          </a:prstGeom>
        </p:spPr>
      </p:pic>
      <p:sp>
        <p:nvSpPr>
          <p:cNvPr id="9" name="Slide Number">
            <a:extLst>
              <a:ext uri="{FF2B5EF4-FFF2-40B4-BE49-F238E27FC236}">
                <a16:creationId xmlns:a16="http://schemas.microsoft.com/office/drawing/2014/main" id="{29526BA0-D5DE-4C82-885B-80E1AEE9A79A}"/>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1" name="Footer Placeholder 8">
            <a:extLst>
              <a:ext uri="{FF2B5EF4-FFF2-40B4-BE49-F238E27FC236}">
                <a16:creationId xmlns:a16="http://schemas.microsoft.com/office/drawing/2014/main" id="{227A912A-976E-4154-B0CC-20DF5CB9469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9887142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1162051"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12436549"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5"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1649465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2858546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267910238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pen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dirty="0"/>
              <a:t>Click to edit Master title style</a:t>
            </a:r>
          </a:p>
        </p:txBody>
      </p:sp>
      <p:sp>
        <p:nvSpPr>
          <p:cNvPr id="7" name="Slide Number">
            <a:extLst>
              <a:ext uri="{FF2B5EF4-FFF2-40B4-BE49-F238E27FC236}">
                <a16:creationId xmlns:a16="http://schemas.microsoft.com/office/drawing/2014/main" id="{660F8F57-C2A3-4CAF-B6D1-501519708F0D}"/>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8" name="Footer Placeholder 8">
            <a:extLst>
              <a:ext uri="{FF2B5EF4-FFF2-40B4-BE49-F238E27FC236}">
                <a16:creationId xmlns:a16="http://schemas.microsoft.com/office/drawing/2014/main" id="{533A821D-CF3F-446D-ADFD-652B964ED7EF}"/>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dirty="0"/>
              <a:t>© Solace</a:t>
            </a:r>
          </a:p>
          <a:p>
            <a:r>
              <a:rPr lang="en-US" dirty="0"/>
              <a:t>Proprietary &amp; Confidential</a:t>
            </a:r>
          </a:p>
        </p:txBody>
      </p:sp>
    </p:spTree>
    <p:extLst>
      <p:ext uri="{BB962C8B-B14F-4D97-AF65-F5344CB8AC3E}">
        <p14:creationId xmlns:p14="http://schemas.microsoft.com/office/powerpoint/2010/main" val="39344411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250785542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24448258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135872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62626532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82471684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156583549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87223901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38207445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1162051"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12436549"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5"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36367851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11163561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383398696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Open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dirty="0"/>
              <a:t>Click to edit Master title style</a:t>
            </a:r>
          </a:p>
        </p:txBody>
      </p:sp>
      <p:sp>
        <p:nvSpPr>
          <p:cNvPr id="7" name="Slide Number">
            <a:extLst>
              <a:ext uri="{FF2B5EF4-FFF2-40B4-BE49-F238E27FC236}">
                <a16:creationId xmlns:a16="http://schemas.microsoft.com/office/drawing/2014/main" id="{660F8F57-C2A3-4CAF-B6D1-501519708F0D}"/>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8" name="Footer Placeholder 8">
            <a:extLst>
              <a:ext uri="{FF2B5EF4-FFF2-40B4-BE49-F238E27FC236}">
                <a16:creationId xmlns:a16="http://schemas.microsoft.com/office/drawing/2014/main" id="{533A821D-CF3F-446D-ADFD-652B964ED7EF}"/>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dirty="0"/>
              <a:t>© Solace</a:t>
            </a:r>
          </a:p>
          <a:p>
            <a:r>
              <a:rPr lang="en-US" dirty="0"/>
              <a:t>Proprietary &amp; Confidential</a:t>
            </a:r>
          </a:p>
        </p:txBody>
      </p:sp>
    </p:spTree>
    <p:extLst>
      <p:ext uri="{BB962C8B-B14F-4D97-AF65-F5344CB8AC3E}">
        <p14:creationId xmlns:p14="http://schemas.microsoft.com/office/powerpoint/2010/main" val="292880464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34D7EC-C6D5-4B4D-8705-B690ECD38D07}" type="datetimeFigureOut">
              <a:rPr lang="en-US" smtClean="0"/>
              <a:t>3/18/19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02674-6102-0B4D-BBA5-56368CE023A3}" type="slidenum">
              <a:rPr lang="en-US" smtClean="0"/>
              <a:t>‹#›</a:t>
            </a:fld>
            <a:endParaRPr lang="en-US"/>
          </a:p>
        </p:txBody>
      </p:sp>
    </p:spTree>
    <p:extLst>
      <p:ext uri="{BB962C8B-B14F-4D97-AF65-F5344CB8AC3E}">
        <p14:creationId xmlns:p14="http://schemas.microsoft.com/office/powerpoint/2010/main" val="2995237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46697919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502543240"/>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89404965"/>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78108366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15668075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73720585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37113785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179107279"/>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34831345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Blank">
    <p:bg>
      <p:bgPr>
        <a:solidFill>
          <a:srgbClr val="FFFFFF"/>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D0E152-92A0-F24E-BF5B-D6430011F129}"/>
              </a:ext>
            </a:extLst>
          </p:cNvPr>
          <p:cNvSpPr>
            <a:spLocks noGrp="1"/>
          </p:cNvSpPr>
          <p:nvPr>
            <p:ph type="sldNum" sz="quarter" idx="12"/>
          </p:nvPr>
        </p:nvSpPr>
        <p:spPr/>
        <p:txBody>
          <a:bodyPr/>
          <a:lstStyle/>
          <a:p>
            <a:fld id="{86CB4B4D-7CA3-9044-876B-883B54F8677D}" type="slidenum">
              <a:rPr lang="en-US" smtClean="0"/>
              <a:pPr/>
              <a:t>‹#›</a:t>
            </a:fld>
            <a:endParaRPr lang="en-US"/>
          </a:p>
        </p:txBody>
      </p:sp>
      <p:sp>
        <p:nvSpPr>
          <p:cNvPr id="3" name="Footer Placeholder 2">
            <a:extLst>
              <a:ext uri="{FF2B5EF4-FFF2-40B4-BE49-F238E27FC236}">
                <a16:creationId xmlns:a16="http://schemas.microsoft.com/office/drawing/2014/main" id="{36FCAC5A-CE2E-7C4A-9640-D1F87323EF47}"/>
              </a:ext>
            </a:extLst>
          </p:cNvPr>
          <p:cNvSpPr>
            <a:spLocks noGrp="1"/>
          </p:cNvSpPr>
          <p:nvPr>
            <p:ph type="ftr" sz="quarter" idx="15"/>
          </p:nvPr>
        </p:nvSpPr>
        <p:spPr/>
        <p:txBody>
          <a:bodyPr/>
          <a:lstStyle/>
          <a:p>
            <a:r>
              <a:rPr lang="en-US" sz="1800"/>
              <a:t>©Solace — Confidential</a:t>
            </a:r>
          </a:p>
        </p:txBody>
      </p:sp>
    </p:spTree>
    <p:extLst>
      <p:ext uri="{BB962C8B-B14F-4D97-AF65-F5344CB8AC3E}">
        <p14:creationId xmlns:p14="http://schemas.microsoft.com/office/powerpoint/2010/main" val="254616740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1411860020"/>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asic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3" y="177139"/>
            <a:ext cx="22055366" cy="1953414"/>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1196521" y="2695708"/>
            <a:ext cx="22055366" cy="9601200"/>
          </a:xfrm>
        </p:spPr>
        <p:txBody>
          <a:bodyPr/>
          <a:lstStyle>
            <a:lvl1pPr>
              <a:lnSpc>
                <a:spcPct val="114000"/>
              </a:lnSpc>
              <a:spcAft>
                <a:spcPts val="1800"/>
              </a:spcAft>
              <a:defRPr b="1"/>
            </a:lvl1pPr>
            <a:lvl2pPr>
              <a:lnSpc>
                <a:spcPct val="150000"/>
              </a:lnSpc>
              <a:spcAft>
                <a:spcPts val="1800"/>
              </a:spcAft>
              <a:defRPr/>
            </a:lvl2pPr>
            <a:lvl3pPr>
              <a:lnSpc>
                <a:spcPct val="150000"/>
              </a:lnSpc>
              <a:defRPr/>
            </a:lvl3pPr>
          </a:lstStyle>
          <a:p>
            <a:pPr lvl="0"/>
            <a:r>
              <a:rPr lang="en-US"/>
              <a:t>Edit Master text styles</a:t>
            </a:r>
          </a:p>
          <a:p>
            <a:pPr lvl="1"/>
            <a:r>
              <a:rPr lang="en-US"/>
              <a:t>Second level</a:t>
            </a:r>
          </a:p>
          <a:p>
            <a:pPr lvl="2"/>
            <a:r>
              <a:rPr lang="en-US"/>
              <a:t>Third level</a:t>
            </a:r>
          </a:p>
        </p:txBody>
      </p:sp>
      <p:sp>
        <p:nvSpPr>
          <p:cNvPr id="7" name="Slide Number">
            <a:extLst>
              <a:ext uri="{FF2B5EF4-FFF2-40B4-BE49-F238E27FC236}">
                <a16:creationId xmlns:a16="http://schemas.microsoft.com/office/drawing/2014/main" id="{BE455569-37A5-419E-9E03-CB89C9FC6C96}"/>
              </a:ext>
            </a:extLst>
          </p:cNvPr>
          <p:cNvSpPr txBox="1">
            <a:spLocks noGrp="1"/>
          </p:cNvSpPr>
          <p:nvPr>
            <p:ph type="sldNum" sz="quarter" idx="2"/>
          </p:nvPr>
        </p:nvSpPr>
        <p:spPr>
          <a:xfrm>
            <a:off x="335406" y="12367390"/>
            <a:ext cx="604332"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9" name="Footer Placeholder 8">
            <a:extLst>
              <a:ext uri="{FF2B5EF4-FFF2-40B4-BE49-F238E27FC236}">
                <a16:creationId xmlns:a16="http://schemas.microsoft.com/office/drawing/2014/main" id="{AC54852A-33D5-466F-9E76-CECC23265B83}"/>
              </a:ext>
            </a:extLst>
          </p:cNvPr>
          <p:cNvSpPr>
            <a:spLocks noGrp="1"/>
          </p:cNvSpPr>
          <p:nvPr>
            <p:ph type="ftr" sz="quarter" idx="3"/>
          </p:nvPr>
        </p:nvSpPr>
        <p:spPr>
          <a:xfrm>
            <a:off x="259263" y="12965896"/>
            <a:ext cx="2636338" cy="584776"/>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418166347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
  <p:cSld name="Eyebrow, Title, Copy">
    <p:bg>
      <p:bgPr>
        <a:solidFill>
          <a:srgbClr val="333333"/>
        </a:solidFill>
        <a:effectLst/>
      </p:bgPr>
    </p:bg>
    <p:spTree>
      <p:nvGrpSpPr>
        <p:cNvPr id="1" name=""/>
        <p:cNvGrpSpPr/>
        <p:nvPr/>
      </p:nvGrpSpPr>
      <p:grpSpPr>
        <a:xfrm>
          <a:off x="0" y="0"/>
          <a:ext cx="0" cy="0"/>
          <a:chOff x="0" y="0"/>
          <a:chExt cx="0" cy="0"/>
        </a:xfrm>
      </p:grpSpPr>
      <p:sp>
        <p:nvSpPr>
          <p:cNvPr id="24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p:cNvSpPr>
            <a:spLocks noGrp="1"/>
          </p:cNvSpPr>
          <p:nvPr>
            <p:ph type="body" idx="13"/>
          </p:nvPr>
        </p:nvSpPr>
        <p:spPr>
          <a:xfrm>
            <a:off x="881954" y="2386583"/>
            <a:ext cx="22620092" cy="8578851"/>
          </a:xfrm>
          <a:prstGeom prst="rect">
            <a:avLst/>
          </a:prstGeom>
        </p:spPr>
        <p:txBody>
          <a:bodyPr lIns="0" tIns="0" rIns="0" bIns="0">
            <a:normAutofit/>
          </a:bodyPr>
          <a:lstStyle>
            <a:lvl1pPr indent="215900">
              <a:lnSpc>
                <a:spcPct val="110000"/>
              </a:lnSpc>
              <a:spcBef>
                <a:spcPts val="2000"/>
              </a:spcBef>
              <a:defRPr sz="3000">
                <a:solidFill>
                  <a:srgbClr val="FFFFFF"/>
                </a:solidFill>
                <a:latin typeface="Open Sans"/>
                <a:ea typeface="Open Sans"/>
                <a:cs typeface="Open Sans"/>
                <a:sym typeface="Open Sans"/>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241" name="Title Text"/>
          <p:cNvSpPr txBox="1">
            <a:spLocks noGrp="1"/>
          </p:cNvSpPr>
          <p:nvPr>
            <p:ph type="title"/>
          </p:nvPr>
        </p:nvSpPr>
        <p:spPr>
          <a:xfrm>
            <a:off x="1171122" y="987344"/>
            <a:ext cx="22463578" cy="1379766"/>
          </a:xfrm>
          <a:prstGeom prst="rect">
            <a:avLst/>
          </a:prstGeom>
        </p:spPr>
        <p:txBody>
          <a:bodyPr>
            <a:normAutofit/>
          </a:bodyPr>
          <a:lstStyle>
            <a:lvl1pPr>
              <a:defRPr b="1" spc="0">
                <a:solidFill>
                  <a:schemeClr val="accent4"/>
                </a:solidFill>
                <a:latin typeface="Times"/>
                <a:ea typeface="Times"/>
                <a:cs typeface="Times"/>
                <a:sym typeface="Times"/>
              </a:defRPr>
            </a:lvl1pPr>
          </a:lstStyle>
          <a:p>
            <a:r>
              <a:t>Title Text</a:t>
            </a:r>
          </a:p>
        </p:txBody>
      </p:sp>
      <p:sp>
        <p:nvSpPr>
          <p:cNvPr id="242" name="Slide Number"/>
          <p:cNvSpPr txBox="1">
            <a:spLocks noGrp="1"/>
          </p:cNvSpPr>
          <p:nvPr>
            <p:ph type="sldNum" sz="quarter" idx="2"/>
          </p:nvPr>
        </p:nvSpPr>
        <p:spPr>
          <a:xfrm>
            <a:off x="1174644" y="12426253"/>
            <a:ext cx="513657" cy="571501"/>
          </a:xfrm>
          <a:prstGeom prst="rect">
            <a:avLst/>
          </a:prstGeom>
        </p:spPr>
        <p:txBody>
          <a:bodyPr anchor="t"/>
          <a:lstStyle>
            <a:lvl1pPr algn="ctr">
              <a:defRPr sz="2400">
                <a:solidFill>
                  <a:srgbClr val="929292"/>
                </a:solidFill>
                <a:latin typeface="Open Sans"/>
                <a:ea typeface="Open Sans"/>
                <a:cs typeface="Open Sans"/>
                <a:sym typeface="Open Sans"/>
              </a:defRPr>
            </a:lvl1pPr>
          </a:lstStyle>
          <a:p>
            <a:fld id="{86CB4B4D-7CA3-9044-876B-883B54F8677D}" type="slidenum">
              <a:t>‹#›</a:t>
            </a:fld>
            <a:endParaRPr/>
          </a:p>
        </p:txBody>
      </p:sp>
      <p:sp>
        <p:nvSpPr>
          <p:cNvPr id="243" name="Edit Master text styles"/>
          <p:cNvSpPr txBox="1">
            <a:spLocks noGrp="1"/>
          </p:cNvSpPr>
          <p:nvPr>
            <p:ph type="body" sz="quarter" idx="14"/>
          </p:nvPr>
        </p:nvSpPr>
        <p:spPr>
          <a:xfrm>
            <a:off x="1233680" y="443299"/>
            <a:ext cx="22389262" cy="638176"/>
          </a:xfrm>
          <a:prstGeom prst="rect">
            <a:avLst/>
          </a:prstGeom>
        </p:spPr>
        <p:txBody>
          <a:bodyPr lIns="0" tIns="0" rIns="0" bIns="0" anchor="b"/>
          <a:lstStyle>
            <a:lvl1pPr indent="15875">
              <a:lnSpc>
                <a:spcPct val="110000"/>
              </a:lnSpc>
              <a:spcBef>
                <a:spcPts val="2000"/>
              </a:spcBef>
              <a:defRPr sz="3200" cap="all" spc="400">
                <a:solidFill>
                  <a:schemeClr val="accent4"/>
                </a:solidFill>
                <a:latin typeface="Open Sans Bold"/>
                <a:ea typeface="Open Sans Bold"/>
                <a:cs typeface="Open Sans Bold"/>
                <a:sym typeface="Open Sans Bold"/>
              </a:defRPr>
            </a:lvl1pPr>
          </a:lstStyle>
          <a:p>
            <a:r>
              <a:t>Edit Master text styles</a:t>
            </a:r>
          </a:p>
        </p:txBody>
      </p:sp>
      <p:pic>
        <p:nvPicPr>
          <p:cNvPr id="244" name="Solace-logo-green.png" descr="Solace-logo-green.png"/>
          <p:cNvPicPr>
            <a:picLocks noChangeAspect="1"/>
          </p:cNvPicPr>
          <p:nvPr/>
        </p:nvPicPr>
        <p:blipFill>
          <a:blip r:embed="rId2">
            <a:extLst/>
          </a:blip>
          <a:stretch>
            <a:fillRect/>
          </a:stretch>
        </p:blipFill>
        <p:spPr>
          <a:xfrm>
            <a:off x="21509130" y="12378617"/>
            <a:ext cx="2176013" cy="548641"/>
          </a:xfrm>
          <a:prstGeom prst="rect">
            <a:avLst/>
          </a:prstGeom>
          <a:ln w="12700">
            <a:miter lim="400000"/>
          </a:ln>
        </p:spPr>
      </p:pic>
      <p:sp>
        <p:nvSpPr>
          <p:cNvPr id="245" name="@Solace — Confidential"/>
          <p:cNvSpPr txBox="1">
            <a:spLocks noGrp="1"/>
          </p:cNvSpPr>
          <p:nvPr>
            <p:ph type="body" sz="quarter" idx="15"/>
          </p:nvPr>
        </p:nvSpPr>
        <p:spPr>
          <a:xfrm>
            <a:off x="2163010" y="12932137"/>
            <a:ext cx="4274857" cy="457201"/>
          </a:xfrm>
          <a:prstGeom prst="rect">
            <a:avLst/>
          </a:prstGeom>
        </p:spPr>
        <p:txBody>
          <a:bodyPr lIns="50800" tIns="50800" rIns="50800" bIns="50800" anchor="ctr">
            <a:spAutoFit/>
          </a:bodyPr>
          <a:lstStyle>
            <a:lvl1pPr>
              <a:lnSpc>
                <a:spcPct val="100000"/>
              </a:lnSpc>
              <a:defRPr sz="2100">
                <a:solidFill>
                  <a:srgbClr val="929292"/>
                </a:solidFill>
                <a:latin typeface="Open Sans"/>
                <a:ea typeface="Open Sans"/>
                <a:cs typeface="Open Sans"/>
                <a:sym typeface="Open Sans"/>
              </a:defRPr>
            </a:lvl1pPr>
          </a:lstStyle>
          <a:p>
            <a:r>
              <a:t>@Solace — Confidential</a:t>
            </a:r>
          </a:p>
        </p:txBody>
      </p:sp>
      <p:sp>
        <p:nvSpPr>
          <p:cNvPr id="246" name="Solace Brand Book"/>
          <p:cNvSpPr txBox="1">
            <a:spLocks noGrp="1"/>
          </p:cNvSpPr>
          <p:nvPr>
            <p:ph type="body" sz="quarter" idx="16"/>
          </p:nvPr>
        </p:nvSpPr>
        <p:spPr>
          <a:xfrm>
            <a:off x="2163010" y="12451653"/>
            <a:ext cx="4274857" cy="520701"/>
          </a:xfrm>
          <a:prstGeom prst="rect">
            <a:avLst/>
          </a:prstGeom>
        </p:spPr>
        <p:txBody>
          <a:bodyPr lIns="50800" tIns="50800" rIns="50800" bIns="50800" anchor="ctr">
            <a:spAutoFit/>
          </a:bodyPr>
          <a:lstStyle>
            <a:lvl1pPr>
              <a:lnSpc>
                <a:spcPct val="100000"/>
              </a:lnSpc>
              <a:defRPr>
                <a:solidFill>
                  <a:schemeClr val="accent4"/>
                </a:solidFill>
                <a:latin typeface="Open Sans"/>
                <a:ea typeface="Open Sans"/>
                <a:cs typeface="Open Sans"/>
                <a:sym typeface="Open Sans"/>
              </a:defRPr>
            </a:lvl1pPr>
          </a:lstStyle>
          <a:p>
            <a:r>
              <a:t>Solace Brand Book</a:t>
            </a:r>
          </a:p>
        </p:txBody>
      </p:sp>
    </p:spTree>
    <p:extLst>
      <p:ext uri="{BB962C8B-B14F-4D97-AF65-F5344CB8AC3E}">
        <p14:creationId xmlns:p14="http://schemas.microsoft.com/office/powerpoint/2010/main" val="2802745136"/>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pen Dark">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chemeClr val="tx1"/>
                </a:solidFill>
              </a:defRPr>
            </a:lvl1pPr>
          </a:lstStyle>
          <a:p>
            <a:r>
              <a:rPr lang="en-US"/>
              <a:t>Click to edit Master title style</a:t>
            </a:r>
            <a:endParaRPr lang="en-US" dirty="0"/>
          </a:p>
        </p:txBody>
      </p:sp>
      <p:pic>
        <p:nvPicPr>
          <p:cNvPr id="22" name="Picture 21">
            <a:extLst>
              <a:ext uri="{FF2B5EF4-FFF2-40B4-BE49-F238E27FC236}">
                <a16:creationId xmlns:a16="http://schemas.microsoft.com/office/drawing/2014/main" id="{CE25D848-DE5D-48CC-80A6-FFCAA87D1A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401" t="73917" r="438" b="3"/>
          <a:stretch/>
        </p:blipFill>
        <p:spPr>
          <a:xfrm>
            <a:off x="108635" y="5345"/>
            <a:ext cx="1285825" cy="2194607"/>
          </a:xfrm>
          <a:prstGeom prst="rect">
            <a:avLst/>
          </a:prstGeom>
        </p:spPr>
      </p:pic>
      <p:sp>
        <p:nvSpPr>
          <p:cNvPr id="8" name="Rectangle 7">
            <a:extLst>
              <a:ext uri="{FF2B5EF4-FFF2-40B4-BE49-F238E27FC236}">
                <a16:creationId xmlns:a16="http://schemas.microsoft.com/office/drawing/2014/main" id="{F90F2FB9-7C3A-4DF9-B222-16EAE2B988BE}"/>
              </a:ext>
            </a:extLst>
          </p:cNvPr>
          <p:cNvSpPr/>
          <p:nvPr userDrawn="1"/>
        </p:nvSpPr>
        <p:spPr>
          <a:xfrm>
            <a:off x="1" y="2178515"/>
            <a:ext cx="24383998" cy="18288"/>
          </a:xfrm>
          <a:prstGeom prst="rect">
            <a:avLst/>
          </a:prstGeom>
          <a:gradFill>
            <a:gsLst>
              <a:gs pos="100000">
                <a:srgbClr val="474747"/>
              </a:gs>
              <a:gs pos="0">
                <a:schemeClr val="accent6"/>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Slide Number">
            <a:extLst>
              <a:ext uri="{FF2B5EF4-FFF2-40B4-BE49-F238E27FC236}">
                <a16:creationId xmlns:a16="http://schemas.microsoft.com/office/drawing/2014/main" id="{AB761A80-7FA4-4FF6-8C53-7B39D8DC89FA}"/>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9" name="Footer Placeholder 8">
            <a:extLst>
              <a:ext uri="{FF2B5EF4-FFF2-40B4-BE49-F238E27FC236}">
                <a16:creationId xmlns:a16="http://schemas.microsoft.com/office/drawing/2014/main" id="{20E39699-0334-4566-9B6A-DF836AB950E7}"/>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endParaRPr lang="en-US" dirty="0"/>
          </a:p>
        </p:txBody>
      </p:sp>
    </p:spTree>
    <p:extLst>
      <p:ext uri="{BB962C8B-B14F-4D97-AF65-F5344CB8AC3E}">
        <p14:creationId xmlns:p14="http://schemas.microsoft.com/office/powerpoint/2010/main" val="482130644"/>
      </p:ext>
    </p:extLst>
  </p:cSld>
  <p:clrMapOvr>
    <a:overrideClrMapping bg1="dk1" tx1="lt1" bg2="dk2" tx2="lt2" accent1="accent1" accent2="accent2" accent3="accent3" accent4="accent4" accent5="accent5" accent6="accent6" hlink="hlink" folHlink="folHlink"/>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image" Target="../media/image2.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ma14="http://schemas.microsoft.com/office/mac/drawingml/2011/main" xmlns=""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81999172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75" r:id="rId3"/>
    <p:sldLayoutId id="2147483776" r:id="rId4"/>
    <p:sldLayoutId id="2147483777" r:id="rId5"/>
    <p:sldLayoutId id="2147483778" r:id="rId6"/>
    <p:sldLayoutId id="2147483779" r:id="rId7"/>
    <p:sldLayoutId id="2147483780" r:id="rId8"/>
    <p:sldLayoutId id="2147483790" r:id="rId9"/>
    <p:sldLayoutId id="2147483810" r:id="rId10"/>
    <p:sldLayoutId id="2147483814" r:id="rId11"/>
    <p:sldLayoutId id="2147483819" r:id="rId12"/>
    <p:sldLayoutId id="2147483825" r:id="rId13"/>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 xmlns:ma14="http://schemas.microsoft.com/office/mac/drawingml/2011/main"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08542828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9" r:id="rId12"/>
    <p:sldLayoutId id="2147483840" r:id="rId13"/>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ma14="http://schemas.microsoft.com/office/mac/drawingml/2011/main" xmlns=""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120473535"/>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7432" y="3563072"/>
            <a:ext cx="22055366" cy="4241225"/>
          </a:xfrm>
        </p:spPr>
        <p:txBody>
          <a:bodyPr/>
          <a:lstStyle/>
          <a:p>
            <a:r>
              <a:rPr lang="en-US" dirty="0">
                <a:solidFill>
                  <a:schemeClr val="bg1"/>
                </a:solidFill>
              </a:rPr>
              <a:t>Solace &amp; Bosch IoT Showcase</a:t>
            </a:r>
            <a:br>
              <a:rPr lang="en-US" dirty="0">
                <a:solidFill>
                  <a:schemeClr val="bg1"/>
                </a:solidFill>
              </a:rPr>
            </a:br>
            <a:br>
              <a:rPr lang="en-US" dirty="0">
                <a:solidFill>
                  <a:schemeClr val="bg1"/>
                </a:solidFill>
              </a:rPr>
            </a:br>
            <a:r>
              <a:rPr lang="en-US" dirty="0">
                <a:solidFill>
                  <a:schemeClr val="bg1"/>
                </a:solidFill>
              </a:rPr>
              <a:t>Pictures</a:t>
            </a:r>
          </a:p>
        </p:txBody>
      </p:sp>
      <p:sp>
        <p:nvSpPr>
          <p:cNvPr id="4" name="Slide Number Placeholder 3"/>
          <p:cNvSpPr>
            <a:spLocks noGrp="1"/>
          </p:cNvSpPr>
          <p:nvPr>
            <p:ph type="sldNum" sz="quarter" idx="2"/>
          </p:nvPr>
        </p:nvSpPr>
        <p:spPr/>
        <p:txBody>
          <a:bodyPr/>
          <a:lstStyle/>
          <a:p>
            <a:pPr marL="0" marR="0" lvl="0" indent="0" algn="ctr" defTabSz="8191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2800" b="0" i="0" u="none" strike="noStrike" kern="0" cap="none" spc="0" normalizeH="0" baseline="0" noProof="0" smtClean="0">
                <a:ln>
                  <a:noFill/>
                </a:ln>
                <a:solidFill>
                  <a:srgbClr val="474747"/>
                </a:solidFill>
                <a:effectLst/>
                <a:uLnTx/>
                <a:uFillTx/>
                <a:latin typeface="Open Sans" panose="020B0606030504020204" pitchFamily="34" charset="0"/>
                <a:sym typeface="Gill Sans"/>
              </a:rPr>
              <a:pPr marL="0" marR="0" lvl="0" indent="0" algn="ctr" defTabSz="819150" rtl="0" eaLnBrk="1" fontAlgn="auto" latinLnBrk="0" hangingPunct="0">
                <a:lnSpc>
                  <a:spcPct val="100000"/>
                </a:lnSpc>
                <a:spcBef>
                  <a:spcPts val="0"/>
                </a:spcBef>
                <a:spcAft>
                  <a:spcPts val="0"/>
                </a:spcAft>
                <a:buClrTx/>
                <a:buSzTx/>
                <a:buFontTx/>
                <a:buNone/>
                <a:tabLst/>
                <a:defRPr/>
              </a:pPr>
              <a:t>1</a:t>
            </a:fld>
            <a:endParaRPr kumimoji="0" lang="en-US" sz="2800" b="0" i="0" u="none" strike="noStrike" kern="0" cap="none" spc="0" normalizeH="0" baseline="0" noProof="0">
              <a:ln>
                <a:noFill/>
              </a:ln>
              <a:solidFill>
                <a:srgbClr val="474747"/>
              </a:solidFill>
              <a:effectLst/>
              <a:uLnTx/>
              <a:uFillTx/>
              <a:latin typeface="Open Sans" panose="020B0606030504020204" pitchFamily="34" charset="0"/>
              <a:sym typeface="Gill Sans"/>
            </a:endParaRPr>
          </a:p>
        </p:txBody>
      </p:sp>
      <p:sp>
        <p:nvSpPr>
          <p:cNvPr id="5" name="Footer Placeholder 4"/>
          <p:cNvSpPr>
            <a:spLocks noGrp="1"/>
          </p:cNvSpPr>
          <p:nvPr>
            <p:ph type="ftr" sz="quarter" idx="3"/>
          </p:nvPr>
        </p:nvSpPr>
        <p:spPr/>
        <p:txBody>
          <a:bodyPr/>
          <a:lstStyle/>
          <a:p>
            <a:pPr marL="0" marR="0" lvl="0" indent="0" algn="l" defTabSz="81915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474747"/>
                </a:solidFill>
                <a:effectLst/>
                <a:uLnTx/>
                <a:uFillTx/>
                <a:latin typeface="Gill Sans"/>
                <a:cs typeface="Gill Sans"/>
                <a:sym typeface="Gill Sans"/>
              </a:rPr>
              <a:t>© Solace</a:t>
            </a:r>
          </a:p>
          <a:p>
            <a:pPr marL="0" marR="0" lvl="0" indent="0" algn="l" defTabSz="81915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474747"/>
                </a:solidFill>
                <a:effectLst/>
                <a:uLnTx/>
                <a:uFillTx/>
                <a:latin typeface="Gill Sans"/>
                <a:cs typeface="Gill Sans"/>
                <a:sym typeface="Gill Sans"/>
              </a:rPr>
              <a:t>Proprietary &amp; Confidential</a:t>
            </a:r>
          </a:p>
        </p:txBody>
      </p:sp>
      <p:sp>
        <p:nvSpPr>
          <p:cNvPr id="6" name="Title 1"/>
          <p:cNvSpPr txBox="1">
            <a:spLocks/>
          </p:cNvSpPr>
          <p:nvPr/>
        </p:nvSpPr>
        <p:spPr>
          <a:xfrm>
            <a:off x="939738" y="946761"/>
            <a:ext cx="22055366" cy="1953414"/>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nchor="ctr" anchorCtr="0"/>
          <a:lstStyle>
            <a:lvl1pPr marL="0" marR="0" indent="0" algn="l" defTabSz="819150" latinLnBrk="0">
              <a:lnSpc>
                <a:spcPct val="90000"/>
              </a:lnSpc>
              <a:spcBef>
                <a:spcPts val="0"/>
              </a:spcBef>
              <a:spcAft>
                <a:spcPts val="0"/>
              </a:spcAft>
              <a:buClrTx/>
              <a:buSzTx/>
              <a:buFontTx/>
              <a:buNone/>
              <a:tabLst/>
              <a:defRPr sz="66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a:lstStyle>
          <a:p>
            <a:pPr marL="0" marR="0" lvl="0" indent="0" algn="ctr" defTabSz="819150" rtl="0" eaLnBrk="1" fontAlgn="auto" latinLnBrk="0" hangingPunct="1">
              <a:lnSpc>
                <a:spcPct val="90000"/>
              </a:lnSpc>
              <a:spcBef>
                <a:spcPts val="0"/>
              </a:spcBef>
              <a:spcAft>
                <a:spcPts val="0"/>
              </a:spcAft>
              <a:buClrTx/>
              <a:buSzTx/>
              <a:buFontTx/>
              <a:buNone/>
              <a:tabLst/>
              <a:defRPr/>
            </a:pPr>
            <a:r>
              <a:rPr kumimoji="0" lang="en-US" sz="15000" b="1" i="0" u="none" strike="noStrike" kern="0" cap="none" spc="0" normalizeH="0" baseline="0" noProof="0" dirty="0">
                <a:ln>
                  <a:noFill/>
                </a:ln>
                <a:solidFill>
                  <a:srgbClr val="00C895"/>
                </a:solidFill>
                <a:effectLst/>
                <a:uLnTx/>
                <a:uFillTx/>
                <a:latin typeface="Times" charset="0"/>
                <a:ea typeface="Times" charset="0"/>
                <a:cs typeface="Times" charset="0"/>
                <a:sym typeface="Gill Sans"/>
              </a:rPr>
              <a:t>Hybrid IoT Event Mesh</a:t>
            </a:r>
          </a:p>
        </p:txBody>
      </p:sp>
    </p:spTree>
    <p:extLst>
      <p:ext uri="{BB962C8B-B14F-4D97-AF65-F5344CB8AC3E}">
        <p14:creationId xmlns:p14="http://schemas.microsoft.com/office/powerpoint/2010/main" val="373529469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76E2-96B9-2647-861D-AA68364F65D1}"/>
              </a:ext>
            </a:extLst>
          </p:cNvPr>
          <p:cNvSpPr>
            <a:spLocks noGrp="1"/>
          </p:cNvSpPr>
          <p:nvPr>
            <p:ph type="title"/>
          </p:nvPr>
        </p:nvSpPr>
        <p:spPr/>
        <p:txBody>
          <a:bodyPr/>
          <a:lstStyle/>
          <a:p>
            <a:r>
              <a:rPr lang="en-US" dirty="0"/>
              <a:t>1</a:t>
            </a:r>
          </a:p>
        </p:txBody>
      </p:sp>
      <p:sp>
        <p:nvSpPr>
          <p:cNvPr id="4" name="Slide Number Placeholder 3">
            <a:extLst>
              <a:ext uri="{FF2B5EF4-FFF2-40B4-BE49-F238E27FC236}">
                <a16:creationId xmlns:a16="http://schemas.microsoft.com/office/drawing/2014/main" id="{C358115B-C7BC-714E-8713-4C461F6A17BF}"/>
              </a:ext>
            </a:extLst>
          </p:cNvPr>
          <p:cNvSpPr>
            <a:spLocks noGrp="1"/>
          </p:cNvSpPr>
          <p:nvPr>
            <p:ph type="sldNum" sz="quarter" idx="2"/>
          </p:nvPr>
        </p:nvSpPr>
        <p:spPr/>
        <p:txBody>
          <a:bodyPr/>
          <a:lstStyle/>
          <a:p>
            <a:fld id="{86CB4B4D-7CA3-9044-876B-883B54F8677D}" type="slidenum">
              <a:rPr lang="en-US" smtClean="0"/>
              <a:pPr/>
              <a:t>2</a:t>
            </a:fld>
            <a:endParaRPr lang="en-US"/>
          </a:p>
        </p:txBody>
      </p:sp>
      <p:sp>
        <p:nvSpPr>
          <p:cNvPr id="5" name="Footer Placeholder 4">
            <a:extLst>
              <a:ext uri="{FF2B5EF4-FFF2-40B4-BE49-F238E27FC236}">
                <a16:creationId xmlns:a16="http://schemas.microsoft.com/office/drawing/2014/main" id="{69585763-15CE-AC48-B5FF-30DC9962BA0A}"/>
              </a:ext>
            </a:extLst>
          </p:cNvPr>
          <p:cNvSpPr>
            <a:spLocks noGrp="1"/>
          </p:cNvSpPr>
          <p:nvPr>
            <p:ph type="ftr" sz="quarter" idx="3"/>
          </p:nvPr>
        </p:nvSpPr>
        <p:spPr/>
        <p:txBody>
          <a:bodyPr/>
          <a:lstStyle/>
          <a:p>
            <a:r>
              <a:rPr lang="en-US"/>
              <a:t>© Solace</a:t>
            </a:r>
          </a:p>
          <a:p>
            <a:r>
              <a:rPr lang="en-US"/>
              <a:t>Proprietary &amp; Confidential</a:t>
            </a:r>
          </a:p>
        </p:txBody>
      </p:sp>
      <p:sp>
        <p:nvSpPr>
          <p:cNvPr id="7" name="Text Placeholder 6">
            <a:extLst>
              <a:ext uri="{FF2B5EF4-FFF2-40B4-BE49-F238E27FC236}">
                <a16:creationId xmlns:a16="http://schemas.microsoft.com/office/drawing/2014/main" id="{95B19980-36A9-8341-8DB2-8BF17794BB3B}"/>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914094392"/>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_rels/theme4.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1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3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CD638DB57ADF44AA48C4CD64A83813" ma:contentTypeVersion="9" ma:contentTypeDescription="Create a new document." ma:contentTypeScope="" ma:versionID="93d287e66430b6f4009e612aeb1872c5">
  <xsd:schema xmlns:xsd="http://www.w3.org/2001/XMLSchema" xmlns:xs="http://www.w3.org/2001/XMLSchema" xmlns:p="http://schemas.microsoft.com/office/2006/metadata/properties" xmlns:ns2="caaafadc-b81b-4cee-8ede-5fc108916f8d" xmlns:ns3="c4559f3e-b25f-4652-9c81-0ef8735eee2c" targetNamespace="http://schemas.microsoft.com/office/2006/metadata/properties" ma:root="true" ma:fieldsID="135e90aa223feabcb4c1ca5d07727008" ns2:_="" ns3:_="">
    <xsd:import namespace="caaafadc-b81b-4cee-8ede-5fc108916f8d"/>
    <xsd:import namespace="c4559f3e-b25f-4652-9c81-0ef8735eee2c"/>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EventHashCode" minOccurs="0"/>
                <xsd:element ref="ns2:MediaServiceGenerationTime"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aafadc-b81b-4cee-8ede-5fc108916f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comment" ma:index="16"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4559f3e-b25f-4652-9c81-0ef8735eee2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c4559f3e-b25f-4652-9c81-0ef8735eee2c">
      <UserInfo>
        <DisplayName>Ines Lasch</DisplayName>
        <AccountId>125</AccountId>
        <AccountType/>
      </UserInfo>
      <UserInfo>
        <DisplayName>Queenie Tse</DisplayName>
        <AccountId>166</AccountId>
        <AccountType/>
      </UserInfo>
      <UserInfo>
        <DisplayName>Chris Wolski</DisplayName>
        <AccountId>144</AccountId>
        <AccountType/>
      </UserInfo>
      <UserInfo>
        <DisplayName>David Charles</DisplayName>
        <AccountId>60</AccountId>
        <AccountType/>
      </UserInfo>
      <UserInfo>
        <DisplayName>Greg Barr</DisplayName>
        <AccountId>49</AccountId>
        <AccountType/>
      </UserInfo>
    </SharedWithUsers>
    <comment xmlns="caaafadc-b81b-4cee-8ede-5fc108916f8d" xsi:nil="true"/>
  </documentManagement>
</p:properties>
</file>

<file path=customXml/itemProps1.xml><?xml version="1.0" encoding="utf-8"?>
<ds:datastoreItem xmlns:ds="http://schemas.openxmlformats.org/officeDocument/2006/customXml" ds:itemID="{63E3122C-7DEF-4E1D-9688-AF0660E56DCD}">
  <ds:schemaRefs>
    <ds:schemaRef ds:uri="http://schemas.microsoft.com/sharepoint/v3/contenttype/forms"/>
  </ds:schemaRefs>
</ds:datastoreItem>
</file>

<file path=customXml/itemProps2.xml><?xml version="1.0" encoding="utf-8"?>
<ds:datastoreItem xmlns:ds="http://schemas.openxmlformats.org/officeDocument/2006/customXml" ds:itemID="{213A8B58-5F4C-4F37-8EDD-4B8028F9F6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aafadc-b81b-4cee-8ede-5fc108916f8d"/>
    <ds:schemaRef ds:uri="c4559f3e-b25f-4652-9c81-0ef8735eee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A3E073-D3A6-4DC4-B3A1-F091B70263ED}">
  <ds:schemaRefs>
    <ds:schemaRef ds:uri="http://purl.org/dc/terms/"/>
    <ds:schemaRef ds:uri="caaafadc-b81b-4cee-8ede-5fc108916f8d"/>
    <ds:schemaRef ds:uri="http://purl.org/dc/elements/1.1/"/>
    <ds:schemaRef ds:uri="http://purl.org/dc/dcmitype/"/>
    <ds:schemaRef ds:uri="http://schemas.microsoft.com/office/infopath/2007/PartnerControls"/>
    <ds:schemaRef ds:uri="http://schemas.microsoft.com/office/2006/documentManagement/types"/>
    <ds:schemaRef ds:uri="c4559f3e-b25f-4652-9c81-0ef8735eee2c"/>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6326</TotalTime>
  <Words>14</Words>
  <Application>Microsoft Macintosh PowerPoint</Application>
  <PresentationFormat>Custom</PresentationFormat>
  <Paragraphs>9</Paragraphs>
  <Slides>2</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vt:i4>
      </vt:variant>
    </vt:vector>
  </HeadingPairs>
  <TitlesOfParts>
    <vt:vector size="12" baseType="lpstr">
      <vt:lpstr>Arial</vt:lpstr>
      <vt:lpstr>Gill Sans</vt:lpstr>
      <vt:lpstr>Lucida Grande</vt:lpstr>
      <vt:lpstr>Open Sans</vt:lpstr>
      <vt:lpstr>Open Sans Bold</vt:lpstr>
      <vt:lpstr>Open Sans SemiBold</vt:lpstr>
      <vt:lpstr>Times</vt:lpstr>
      <vt:lpstr>1_White</vt:lpstr>
      <vt:lpstr>2_White</vt:lpstr>
      <vt:lpstr>3_White</vt:lpstr>
      <vt:lpstr>Solace &amp; Bosch IoT Showcase  Pictures</vt:lpstr>
      <vt:lpstr>1</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Solace in IOT</dc:title>
  <dc:subject/>
  <dc:creator>Sumeet Puri</dc:creator>
  <cp:keywords/>
  <dc:description/>
  <cp:lastModifiedBy>Ricardo Gomez-Ulmke</cp:lastModifiedBy>
  <cp:revision>85</cp:revision>
  <dcterms:modified xsi:type="dcterms:W3CDTF">2019-03-18T12:06:35Z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0x01010072CD638DB57ADF44AA48C4CD64A83813</vt:lpwstr>
  </property>
</Properties>
</file>